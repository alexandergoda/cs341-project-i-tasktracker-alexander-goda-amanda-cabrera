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d23f509523c4dd3" /><Relationship Type="http://schemas.openxmlformats.org/officeDocument/2006/relationships/extended-properties" Target="/docProps/app.xml" Id="R5c375c12a26c4085" /><Relationship Type="http://schemas.openxmlformats.org/officeDocument/2006/relationships/officeDocument" Target="/ppt/presentation.xml" Id="Rc60b0bf6d9a64f2d" /></Relationships>
</file>

<file path=ppt/presentation.xml><?xml version="1.0" encoding="utf-8"?>
<p:presentation xmlns:p="http://schemas.openxmlformats.org/presentationml/2006/main">
  <p:sldMasterIdLst>
    <p:sldMasterId xmlns:r="http://schemas.openxmlformats.org/officeDocument/2006/relationships" id="2147483648" r:id="Rea1013ea654d4e29"/>
  </p:sldMasterIdLst>
  <p:notesMasterIdLst>
    <p:notesMasterId xmlns:r="http://schemas.openxmlformats.org/officeDocument/2006/relationships" r:id="R7f35efcf1ef0471d"/>
  </p:notesMasterIdLst>
  <p:sldIdLst>
    <p:sldId xmlns:r="http://schemas.openxmlformats.org/officeDocument/2006/relationships" id="256" r:id="R2ce0afd3b82941b6"/>
    <p:sldId xmlns:r="http://schemas.openxmlformats.org/officeDocument/2006/relationships" id="257" r:id="Rfecba6da11d448ed"/>
    <p:sldId xmlns:r="http://schemas.openxmlformats.org/officeDocument/2006/relationships" id="258" r:id="Rf5c4c197ef414005"/>
    <p:sldId xmlns:r="http://schemas.openxmlformats.org/officeDocument/2006/relationships" id="259" r:id="Rd3aee4cc05dd4b3d"/>
    <p:sldId xmlns:r="http://schemas.openxmlformats.org/officeDocument/2006/relationships" id="260" r:id="R5125acf2100a4307"/>
    <p:sldId xmlns:r="http://schemas.openxmlformats.org/officeDocument/2006/relationships" id="261" r:id="Rebcae3deca9d4764"/>
    <p:sldId xmlns:r="http://schemas.openxmlformats.org/officeDocument/2006/relationships" id="262" r:id="Rd05d9a05b0554959"/>
    <p:sldId xmlns:r="http://schemas.openxmlformats.org/officeDocument/2006/relationships" id="263" r:id="Rec46264a35a343e2"/>
    <p:sldId xmlns:r="http://schemas.openxmlformats.org/officeDocument/2006/relationships" id="264" r:id="R2ddab43a37ab438f"/>
    <p:sldId xmlns:r="http://schemas.openxmlformats.org/officeDocument/2006/relationships" id="265" r:id="R06bfc81a1e3e4cb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a7ec9492141404a" /><Relationship Type="http://schemas.openxmlformats.org/officeDocument/2006/relationships/slideMaster" Target="/ppt/slideMasters/slideMaster1.xml" Id="Rea1013ea654d4e29" /><Relationship Type="http://schemas.openxmlformats.org/officeDocument/2006/relationships/notesMaster" Target="/ppt/notesMasters/notesMaster1.xml" Id="R7f35efcf1ef0471d" /><Relationship Type="http://schemas.openxmlformats.org/officeDocument/2006/relationships/presProps" Target="/ppt/presProps.xml" Id="R9d30eaf98c3e46c3" /><Relationship Type="http://schemas.openxmlformats.org/officeDocument/2006/relationships/tableStyles" Target="/ppt/tableStyles.xml" Id="Rd7d87cda5f0d454d" /><Relationship Type="http://schemas.openxmlformats.org/officeDocument/2006/relationships/slide" Target="/ppt/slides/slide1.xml" Id="R2ce0afd3b82941b6" /><Relationship Type="http://schemas.openxmlformats.org/officeDocument/2006/relationships/slide" Target="/ppt/slides/slide2.xml" Id="Rfecba6da11d448ed" /><Relationship Type="http://schemas.openxmlformats.org/officeDocument/2006/relationships/slide" Target="/ppt/slides/slide3.xml" Id="Rf5c4c197ef414005" /><Relationship Type="http://schemas.openxmlformats.org/officeDocument/2006/relationships/slide" Target="/ppt/slides/slide4.xml" Id="Rd3aee4cc05dd4b3d" /><Relationship Type="http://schemas.openxmlformats.org/officeDocument/2006/relationships/slide" Target="/ppt/slides/slide5.xml" Id="R5125acf2100a4307" /><Relationship Type="http://schemas.openxmlformats.org/officeDocument/2006/relationships/slide" Target="/ppt/slides/slide6.xml" Id="Rebcae3deca9d4764" /><Relationship Type="http://schemas.openxmlformats.org/officeDocument/2006/relationships/slide" Target="/ppt/slides/slide7.xml" Id="Rd05d9a05b0554959" /><Relationship Type="http://schemas.openxmlformats.org/officeDocument/2006/relationships/slide" Target="/ppt/slides/slide8.xml" Id="Rec46264a35a343e2" /><Relationship Type="http://schemas.openxmlformats.org/officeDocument/2006/relationships/slide" Target="/ppt/slides/slide9.xml" Id="R2ddab43a37ab438f" /><Relationship Type="http://schemas.openxmlformats.org/officeDocument/2006/relationships/slide" Target="/ppt/slides/slide10.xml" Id="R06bfc81a1e3e4cb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a988fed720e4e6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a3173b80f894cdb" /><Relationship Type="http://schemas.openxmlformats.org/officeDocument/2006/relationships/notesMaster" Target="/ppt/notesMasters/notesMaster1.xml" Id="R807a4741988543e2" /></Relationships>
</file>

<file path=ppt/notesSlides/_rels/notesSlide2.xml.rels>&#65279;<?xml version="1.0" encoding="utf-8"?><Relationships xmlns="http://schemas.openxmlformats.org/package/2006/relationships"><Relationship Type="http://schemas.openxmlformats.org/officeDocument/2006/relationships/slide" Target="/ppt/slides/slide2.xml" Id="R3aa3665248ab4350" /><Relationship Type="http://schemas.openxmlformats.org/officeDocument/2006/relationships/notesMaster" Target="/ppt/notesMasters/notesMaster1.xml" Id="R0aa59586c3c147c6" /></Relationships>
</file>

<file path=ppt/notesSlides/_rels/notesSlide3.xml.rels>&#65279;<?xml version="1.0" encoding="utf-8"?><Relationships xmlns="http://schemas.openxmlformats.org/package/2006/relationships"><Relationship Type="http://schemas.openxmlformats.org/officeDocument/2006/relationships/slide" Target="/ppt/slides/slide3.xml" Id="R98cf2ab36e4a4d28" /><Relationship Type="http://schemas.openxmlformats.org/officeDocument/2006/relationships/notesMaster" Target="/ppt/notesMasters/notesMaster1.xml" Id="Rb19468c6018947f4" /></Relationships>
</file>

<file path=ppt/notesSlides/_rels/notesSlide4.xml.rels>&#65279;<?xml version="1.0" encoding="utf-8"?><Relationships xmlns="http://schemas.openxmlformats.org/package/2006/relationships"><Relationship Type="http://schemas.openxmlformats.org/officeDocument/2006/relationships/slide" Target="/ppt/slides/slide4.xml" Id="R80b8634796fc465c" /><Relationship Type="http://schemas.openxmlformats.org/officeDocument/2006/relationships/notesMaster" Target="/ppt/notesMasters/notesMaster1.xml" Id="R86c94f3d8dbd445b" /></Relationships>
</file>

<file path=ppt/notesSlides/_rels/notesSlide5.xml.rels>&#65279;<?xml version="1.0" encoding="utf-8"?><Relationships xmlns="http://schemas.openxmlformats.org/package/2006/relationships"><Relationship Type="http://schemas.openxmlformats.org/officeDocument/2006/relationships/slide" Target="/ppt/slides/slide5.xml" Id="R968d45b72cc54e28" /><Relationship Type="http://schemas.openxmlformats.org/officeDocument/2006/relationships/notesMaster" Target="/ppt/notesMasters/notesMaster1.xml" Id="R6e420a1c17264109" /></Relationships>
</file>

<file path=ppt/notesSlides/_rels/notesSlide6.xml.rels>&#65279;<?xml version="1.0" encoding="utf-8"?><Relationships xmlns="http://schemas.openxmlformats.org/package/2006/relationships"><Relationship Type="http://schemas.openxmlformats.org/officeDocument/2006/relationships/slide" Target="/ppt/slides/slide6.xml" Id="Rac5885c9da58400a" /><Relationship Type="http://schemas.openxmlformats.org/officeDocument/2006/relationships/notesMaster" Target="/ppt/notesMasters/notesMaster1.xml" Id="R03787b1e47774470" /></Relationships>
</file>

<file path=ppt/notesSlides/_rels/notesSlide7.xml.rels>&#65279;<?xml version="1.0" encoding="utf-8"?><Relationships xmlns="http://schemas.openxmlformats.org/package/2006/relationships"><Relationship Type="http://schemas.openxmlformats.org/officeDocument/2006/relationships/slide" Target="/ppt/slides/slide7.xml" Id="Rdee776c370b04f5b" /><Relationship Type="http://schemas.openxmlformats.org/officeDocument/2006/relationships/notesMaster" Target="/ppt/notesMasters/notesMaster1.xml" Id="Rd714245e30dc4bd6" /></Relationships>
</file>

<file path=ppt/notesSlides/_rels/notesSlide8.xml.rels>&#65279;<?xml version="1.0" encoding="utf-8"?><Relationships xmlns="http://schemas.openxmlformats.org/package/2006/relationships"><Relationship Type="http://schemas.openxmlformats.org/officeDocument/2006/relationships/slide" Target="/ppt/slides/slide8.xml" Id="Rc7fb857b96c3426d" /><Relationship Type="http://schemas.openxmlformats.org/officeDocument/2006/relationships/notesMaster" Target="/ppt/notesMasters/notesMaster1.xml" Id="R5ac9e0def23d42dd" /></Relationships>
</file>

<file path=ppt/notesSlides/_rels/notesSlide9.xml.rels>&#65279;<?xml version="1.0" encoding="utf-8"?><Relationships xmlns="http://schemas.openxmlformats.org/package/2006/relationships"><Relationship Type="http://schemas.openxmlformats.org/officeDocument/2006/relationships/slide" Target="/ppt/slides/slide9.xml" Id="R31e7ac1cf9414c91" /><Relationship Type="http://schemas.openxmlformats.org/officeDocument/2006/relationships/notesMaster" Target="/ppt/notesMasters/notesMaster1.xml" Id="R70b3b5b41b114fb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6b22ed800db4e1b" /><Relationship Type="http://schemas.openxmlformats.org/officeDocument/2006/relationships/notesMaster" Target="/ppt/notesMasters/notesMaster1.xml" Id="R20e0eda6fc8b4c0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Task Tracker is a standalone Java desktop application with local accounts and shared task data. Sources: README.md and the Requirements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collaboration occurs through accounts sharing one local SQLite file. No cloud synchronization is included. Source: docs/Requirements/CS341_Project_I_Requirements_Analysis_Alexander_Goda_Amanda_Cabrera.docx, UR-01 through UR-12.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one create-task request: TaskEditorView sends input to TaskController, which checks the current user, constructs Task, and calls TaskDAO. DatabaseManager supplies a JDBC connection. The callback refreshes the dashboard. Main starts Swing with EventQueue.invokeLater. SQL stays out of the views. Source: docs/Design/CS341_Project_I_MVC_Architecture_Alexander_Goda_Amanda_Cabrera.png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users and tasks. creator_id is required, assignee_id and due_date are optional. Each connection enables foreign keys. DatabaseManager executes embedded CREATE TABLE IF NOT EXISTS statements. tasks.db resolves relative to the working directory. sql/schema.sql is a matching reference. Source: docs/Design/CS341_Project_I_Database_Schema_Alexander_Goda_Amanda_Cabrera.png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Amanda can explain TaskController and why authorization is checked before persistence changes. Self-assignment is valid and the relevant-task query returns the task once. Source: src/tasktracker/controller/TaskController.java and test/tester/TaskControllerTest.java.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latest recorded October 16, 2026 suite passed 28/28 tests: DatabaseManagerTest 2, UserDAOTest 5, TaskDAOTest 6, AuthControllerTest 6, TaskControllerTest 9. The tests use temporary SQLite databases and exercise controllers and persistence. The ten manual M01–M10 checks are separate recorded evidence and were not repeated during that automated run. The suite does not automate Swing interaction. Source: the Testing Report and test/tester/.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showTaskEditor, windowClosed removal, and the snapshot used during dispose. Logout disposes windows before clearing the authenticated session and opening the next login screen. The new logged-out controller test supports the session boundary but does not automate editor cleanup. Source: TaskDashboardView.java and testing report M10.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Demonstrate creator and assignee accounts: create an assigned task, show the assignee dashboard, attempt creator-only editing, complete and reopen the task, restart to show saved data, and log out with task editors open. Sources: TaskDashboardView.java, TaskController.java, and the Testing 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Amanda authored TaskController commit 63d8ae6, implementing task operations and permission checks. Alexander’s history includes integration, user interface, tests, and documentation. Commit counts alone do not capture all project work. Source: repository Git history and https://github.com/alexandergoda/CS341-Project-I-TaskTracker-Alexander-Goda-Amanda-Cabrera/commit/63d8ae6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local account model shares one SQLite file and does not synchronize across devices. The implementation uses unsalted SHA-256 hashes, fixed Swing layouts, and synchronous JDBC calls on the UI thread. Future improvements include salted adaptive password hashing, resizable layouts, and background database operations. The recorded tests cover representative workflows rather than exhaustive security, concurrency, or accessibility behavior. Sources: AuthController.java, the Swing views, and the Testing 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167f681d9974d0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cacbfd37c194dc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3ffd99fd1bc4a9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4daa9e9f2d741d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8a689b0947848f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7bc13c7412c4e0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5996EAF-F356-4B52-9BA5-71C9AA1E0CC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30664A8-3418-4009-870E-643A64A5D98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AC7209B-BD99-43D6-A061-DDF2144748E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767DC87-DD0A-4CD7-A06D-D14D86C4081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FE1F2C0-542F-4F22-982A-D11B9DF6CF8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0F8C267-BFDC-45FE-92DD-A2E169BC482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75C6BA0-4A69-41B4-AC96-721CD05A0C5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AC5B089-5AE0-4369-8345-6011F7F9CE3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87AD8D2-D6D6-40DC-B40F-4C9EC190371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B36C795-088E-4482-9306-901DAF373C7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9c33befb3c64647" /><Relationship Type="http://schemas.openxmlformats.org/officeDocument/2006/relationships/slideLayout" Target="/ppt/slideLayouts/slideLayout1.xml" Id="Rf940470b2a9040cf" /><Relationship Type="http://schemas.openxmlformats.org/officeDocument/2006/relationships/slideLayout" Target="/ppt/slideLayouts/slideLayout2.xml" Id="R5d3a723d8ec946e8" /><Relationship Type="http://schemas.openxmlformats.org/officeDocument/2006/relationships/slideLayout" Target="/ppt/slideLayouts/slideLayout3.xml" Id="Rf634a8d6e17645b2" /><Relationship Type="http://schemas.openxmlformats.org/officeDocument/2006/relationships/slideLayout" Target="/ppt/slideLayouts/slideLayout4.xml" Id="R7858d919f16544a9" /><Relationship Type="http://schemas.openxmlformats.org/officeDocument/2006/relationships/slideLayout" Target="/ppt/slideLayouts/slideLayout5.xml" Id="R006ed70e077646b3" /><Relationship Type="http://schemas.openxmlformats.org/officeDocument/2006/relationships/slideLayout" Target="/ppt/slideLayouts/slideLayout6.xml" Id="R719fac07346b451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940470b2a9040cf"/>
    <p:sldLayoutId xmlns:r="http://schemas.openxmlformats.org/officeDocument/2006/relationships" id="2147483650" r:id="R5d3a723d8ec946e8"/>
    <p:sldLayoutId xmlns:r="http://schemas.openxmlformats.org/officeDocument/2006/relationships" id="2147483651" r:id="Rf634a8d6e17645b2"/>
    <p:sldLayoutId xmlns:r="http://schemas.openxmlformats.org/officeDocument/2006/relationships" id="2147483652" r:id="R7858d919f16544a9"/>
    <p:sldLayoutId xmlns:r="http://schemas.openxmlformats.org/officeDocument/2006/relationships" id="2147483653" r:id="R006ed70e077646b3"/>
    <p:sldLayoutId xmlns:r="http://schemas.openxmlformats.org/officeDocument/2006/relationships" id="2147483654" r:id="R719fac07346b451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c7a41f8d83a4403" /><Relationship Type="http://schemas.openxmlformats.org/officeDocument/2006/relationships/notesSlide" Target="/ppt/notesSlides/notesSlide1.xml" Id="Rb6b4efb788de4d5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123a5937a144120" /><Relationship Type="http://schemas.openxmlformats.org/officeDocument/2006/relationships/notesSlide" Target="/ppt/notesSlides/notesSlide2.xml" Id="Ree1a77977a52439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749d273b9ed4cd1" /><Relationship Type="http://schemas.openxmlformats.org/officeDocument/2006/relationships/image" Target="/ppt/media/image.png" Id="Rce1e23f4afa94a0e" /><Relationship Type="http://schemas.openxmlformats.org/officeDocument/2006/relationships/notesSlide" Target="/ppt/notesSlides/notesSlide3.xml" Id="R15cb77e1d862416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ab9bbfde12e4825" /><Relationship Type="http://schemas.openxmlformats.org/officeDocument/2006/relationships/image" Target="/ppt/media/image2.png" Id="R4d20d126d9134195" /><Relationship Type="http://schemas.openxmlformats.org/officeDocument/2006/relationships/notesSlide" Target="/ppt/notesSlides/notesSlide4.xml" Id="R90372277ccb5424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c6424179319443a" /><Relationship Type="http://schemas.openxmlformats.org/officeDocument/2006/relationships/notesSlide" Target="/ppt/notesSlides/notesSlide5.xml" Id="R0c8d900a9d3f4c9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f15af1e1cc845cb" /><Relationship Type="http://schemas.openxmlformats.org/officeDocument/2006/relationships/notesSlide" Target="/ppt/notesSlides/notesSlide6.xml" Id="Rd261b3d0cbc9466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c9c1394a29a4509" /><Relationship Type="http://schemas.openxmlformats.org/officeDocument/2006/relationships/notesSlide" Target="/ppt/notesSlides/notesSlide7.xml" Id="Re9c898ec81924e2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60430c8ffb047a4" /><Relationship Type="http://schemas.openxmlformats.org/officeDocument/2006/relationships/notesSlide" Target="/ppt/notesSlides/notesSlide8.xml" Id="R0c3df8e4d5fb4d06"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47132bb272c41b9" /><Relationship Type="http://schemas.openxmlformats.org/officeDocument/2006/relationships/notesSlide" Target="/ppt/notesSlides/notesSlide9.xml" Id="R75af13db837f4f2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d4675133b7547c0" /><Relationship Type="http://schemas.openxmlformats.org/officeDocument/2006/relationships/notesSlide" Target="/ppt/notesSlides/notesSlide10.xml" Id="R56891520e3e0428b"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74A3558-F5AC-48D9-8C77-8CDE334A34F4}"/>
              </a:ext>
            </a:extLst>
          </p:cNvPr>
          <p:cNvSpPr>
            <a:spLocks xmlns:a="http://schemas.openxmlformats.org/drawingml/2006/main" noGrp="1"/>
          </p:cNvSpPr>
          <p:nvPr/>
        </p:nvSpPr>
        <p:spPr>
          <a:xfrm xmlns:a="http://schemas.openxmlformats.org/drawingml/2006/main">
            <a:off x="685800" y="14287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800" b="1">
                <a:solidFill>
                  <a:srgbClr val="182431"/>
                </a:solidFill>
                <a:latin typeface="Arial"/>
                <a:ea typeface="Arial"/>
                <a:cs typeface="Arial"/>
              </a:defRPr>
            </a:defPPr>
            <a:lvl1pPr>
              <a:buNone/>
              <a:defRPr sz="4800" b="1">
                <a:solidFill>
                  <a:srgbClr val="182431"/>
                </a:solidFill>
                <a:latin typeface="Arial"/>
                <a:ea typeface="Arial"/>
                <a:cs typeface="Arial"/>
              </a:defRPr>
            </a:lvl1pPr>
            <a:lvl2pPr>
              <a:buNone/>
              <a:defRPr sz="4800" b="1">
                <a:solidFill>
                  <a:srgbClr val="182431"/>
                </a:solidFill>
                <a:latin typeface="Arial"/>
                <a:ea typeface="Arial"/>
                <a:cs typeface="Arial"/>
              </a:defRPr>
            </a:lvl2pPr>
            <a:lvl3pPr>
              <a:buNone/>
              <a:defRPr sz="4800" b="1">
                <a:solidFill>
                  <a:srgbClr val="182431"/>
                </a:solidFill>
                <a:latin typeface="Arial"/>
                <a:ea typeface="Arial"/>
                <a:cs typeface="Arial"/>
              </a:defRPr>
            </a:lvl3pPr>
            <a:lvl4pPr>
              <a:buNone/>
              <a:defRPr sz="4800" b="1">
                <a:solidFill>
                  <a:srgbClr val="182431"/>
                </a:solidFill>
                <a:latin typeface="Arial"/>
                <a:ea typeface="Arial"/>
                <a:cs typeface="Arial"/>
              </a:defRPr>
            </a:lvl4pPr>
            <a:lvl5pPr>
              <a:buNone/>
              <a:defRPr sz="4800" b="1">
                <a:solidFill>
                  <a:srgbClr val="182431"/>
                </a:solidFill>
                <a:latin typeface="Arial"/>
                <a:ea typeface="Arial"/>
                <a:cs typeface="Arial"/>
              </a:defRPr>
            </a:lvl5pPr>
            <a:lvl6pPr>
              <a:buNone/>
              <a:defRPr sz="4800" b="1">
                <a:solidFill>
                  <a:srgbClr val="182431"/>
                </a:solidFill>
                <a:latin typeface="Arial"/>
                <a:ea typeface="Arial"/>
                <a:cs typeface="Arial"/>
              </a:defRPr>
            </a:lvl6pPr>
            <a:lvl7pPr>
              <a:buNone/>
              <a:defRPr sz="4800" b="1">
                <a:solidFill>
                  <a:srgbClr val="182431"/>
                </a:solidFill>
                <a:latin typeface="Arial"/>
                <a:ea typeface="Arial"/>
                <a:cs typeface="Arial"/>
              </a:defRPr>
            </a:lvl7pPr>
            <a:lvl8pPr>
              <a:buNone/>
              <a:defRPr sz="4800" b="1">
                <a:solidFill>
                  <a:srgbClr val="182431"/>
                </a:solidFill>
                <a:latin typeface="Arial"/>
                <a:ea typeface="Arial"/>
                <a:cs typeface="Arial"/>
              </a:defRPr>
            </a:lvl8pPr>
            <a:lvl9pPr>
              <a:buNone/>
              <a:defRPr sz="4800" b="1">
                <a:solidFill>
                  <a:srgbClr val="182431"/>
                </a:solidFill>
                <a:latin typeface="Arial"/>
                <a:ea typeface="Arial"/>
                <a:cs typeface="Arial"/>
              </a:defRPr>
            </a:lvl9pPr>
          </a:lstStyle>
          <a:p xmlns:a="http://schemas.openxmlformats.org/drawingml/2006/main">
            <a:pPr>
              <a:buNone/>
              <a:defRPr sz="4800" b="1">
                <a:solidFill>
                  <a:srgbClr val="182431"/>
                </a:solidFill>
                <a:latin typeface="Arial"/>
                <a:ea typeface="Arial"/>
                <a:cs typeface="Arial"/>
              </a:defRPr>
            </a:pPr>
            <a:r>
              <a:rPr sz="4800" b="1">
                <a:solidFill>
                  <a:srgbClr val="182431"/>
                </a:solidFill>
                <a:latin typeface="Arial"/>
                <a:ea typeface="Arial"/>
                <a:cs typeface="Arial"/>
              </a:rPr>
              <a:t>Task Tracker</a:t>
            </a:r>
          </a:p>
        </p:txBody>
      </p:sp>
      <p:sp>
        <p:nvSpPr>
          <p:cNvPr id="2" name="">
            <a:extLst xmlns:a="http://schemas.openxmlformats.org/drawingml/2006/main">
              <a:ext uri="{FF2B5EF4-FFF2-40B4-BE49-F238E27FC236}">
                <a16:creationId xmlns:a16="http://schemas.microsoft.com/office/drawing/2014/main" id="{B2F35B28-663A-4E6A-9B3C-066FBD1958A0}"/>
              </a:ext>
            </a:extLst>
          </p:cNvPr>
          <p:cNvSpPr>
            <a:spLocks xmlns:a="http://schemas.openxmlformats.org/drawingml/2006/main" noGrp="1"/>
          </p:cNvSpPr>
          <p:nvPr/>
        </p:nvSpPr>
        <p:spPr>
          <a:xfrm xmlns:a="http://schemas.openxmlformats.org/drawingml/2006/main">
            <a:off x="685800" y="257175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182431"/>
                </a:solidFill>
                <a:latin typeface="Arial"/>
                <a:ea typeface="Arial"/>
                <a:cs typeface="Arial"/>
              </a:defRPr>
            </a:defPPr>
            <a:lvl1pPr>
              <a:buNone/>
              <a:defRPr sz="2550" b="0">
                <a:solidFill>
                  <a:srgbClr val="182431"/>
                </a:solidFill>
                <a:latin typeface="Arial"/>
                <a:ea typeface="Arial"/>
                <a:cs typeface="Arial"/>
              </a:defRPr>
            </a:lvl1pPr>
            <a:lvl2pPr>
              <a:buNone/>
              <a:defRPr sz="2550" b="0">
                <a:solidFill>
                  <a:srgbClr val="182431"/>
                </a:solidFill>
                <a:latin typeface="Arial"/>
                <a:ea typeface="Arial"/>
                <a:cs typeface="Arial"/>
              </a:defRPr>
            </a:lvl2pPr>
            <a:lvl3pPr>
              <a:buNone/>
              <a:defRPr sz="2550" b="0">
                <a:solidFill>
                  <a:srgbClr val="182431"/>
                </a:solidFill>
                <a:latin typeface="Arial"/>
                <a:ea typeface="Arial"/>
                <a:cs typeface="Arial"/>
              </a:defRPr>
            </a:lvl3pPr>
            <a:lvl4pPr>
              <a:buNone/>
              <a:defRPr sz="2550" b="0">
                <a:solidFill>
                  <a:srgbClr val="182431"/>
                </a:solidFill>
                <a:latin typeface="Arial"/>
                <a:ea typeface="Arial"/>
                <a:cs typeface="Arial"/>
              </a:defRPr>
            </a:lvl4pPr>
            <a:lvl5pPr>
              <a:buNone/>
              <a:defRPr sz="2550" b="0">
                <a:solidFill>
                  <a:srgbClr val="182431"/>
                </a:solidFill>
                <a:latin typeface="Arial"/>
                <a:ea typeface="Arial"/>
                <a:cs typeface="Arial"/>
              </a:defRPr>
            </a:lvl5pPr>
            <a:lvl6pPr>
              <a:buNone/>
              <a:defRPr sz="2550" b="0">
                <a:solidFill>
                  <a:srgbClr val="182431"/>
                </a:solidFill>
                <a:latin typeface="Arial"/>
                <a:ea typeface="Arial"/>
                <a:cs typeface="Arial"/>
              </a:defRPr>
            </a:lvl6pPr>
            <a:lvl7pPr>
              <a:buNone/>
              <a:defRPr sz="2550" b="0">
                <a:solidFill>
                  <a:srgbClr val="182431"/>
                </a:solidFill>
                <a:latin typeface="Arial"/>
                <a:ea typeface="Arial"/>
                <a:cs typeface="Arial"/>
              </a:defRPr>
            </a:lvl7pPr>
            <a:lvl8pPr>
              <a:buNone/>
              <a:defRPr sz="2550" b="0">
                <a:solidFill>
                  <a:srgbClr val="182431"/>
                </a:solidFill>
                <a:latin typeface="Arial"/>
                <a:ea typeface="Arial"/>
                <a:cs typeface="Arial"/>
              </a:defRPr>
            </a:lvl8pPr>
            <a:lvl9pPr>
              <a:buNone/>
              <a:defRPr sz="2550" b="0">
                <a:solidFill>
                  <a:srgbClr val="182431"/>
                </a:solidFill>
                <a:latin typeface="Arial"/>
                <a:ea typeface="Arial"/>
                <a:cs typeface="Arial"/>
              </a:defRPr>
            </a:lvl9pPr>
          </a:lstStyle>
          <a:p xmlns:a="http://schemas.openxmlformats.org/drawingml/2006/main">
            <a:pPr>
              <a:buNone/>
              <a:defRPr sz="2550" b="0">
                <a:solidFill>
                  <a:srgbClr val="182431"/>
                </a:solidFill>
                <a:latin typeface="Arial"/>
                <a:ea typeface="Arial"/>
                <a:cs typeface="Arial"/>
              </a:defRPr>
            </a:pPr>
            <a:r>
              <a:rPr sz="2550" b="0">
                <a:solidFill>
                  <a:srgbClr val="182431"/>
                </a:solidFill>
                <a:latin typeface="Arial"/>
                <a:ea typeface="Arial"/>
                <a:cs typeface="Arial"/>
              </a:rPr>
              <a:t>CS341 Project I</a:t>
            </a:r>
          </a:p>
        </p:txBody>
      </p:sp>
      <p:sp>
        <p:nvSpPr>
          <p:cNvPr id="3" name="">
            <a:extLst xmlns:a="http://schemas.openxmlformats.org/drawingml/2006/main">
              <a:ext uri="{FF2B5EF4-FFF2-40B4-BE49-F238E27FC236}">
                <a16:creationId xmlns:a16="http://schemas.microsoft.com/office/drawing/2014/main" id="{3A44BE96-53A8-4895-9CFF-8A651E28E2DA}"/>
              </a:ext>
            </a:extLst>
          </p:cNvPr>
          <p:cNvSpPr>
            <a:spLocks xmlns:a="http://schemas.openxmlformats.org/drawingml/2006/main" noGrp="1"/>
          </p:cNvSpPr>
          <p:nvPr/>
        </p:nvSpPr>
        <p:spPr>
          <a:xfrm xmlns:a="http://schemas.openxmlformats.org/drawingml/2006/main">
            <a:off x="685800" y="3762375"/>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82431"/>
                </a:solidFill>
                <a:latin typeface="Arial"/>
                <a:ea typeface="Arial"/>
                <a:cs typeface="Arial"/>
              </a:defRPr>
            </a:defPPr>
            <a:lvl1pPr>
              <a:buNone/>
              <a:defRPr sz="2250" b="0">
                <a:solidFill>
                  <a:srgbClr val="182431"/>
                </a:solidFill>
                <a:latin typeface="Arial"/>
                <a:ea typeface="Arial"/>
                <a:cs typeface="Arial"/>
              </a:defRPr>
            </a:lvl1pPr>
            <a:lvl2pPr>
              <a:buNone/>
              <a:defRPr sz="2250" b="0">
                <a:solidFill>
                  <a:srgbClr val="182431"/>
                </a:solidFill>
                <a:latin typeface="Arial"/>
                <a:ea typeface="Arial"/>
                <a:cs typeface="Arial"/>
              </a:defRPr>
            </a:lvl2pPr>
            <a:lvl3pPr>
              <a:buNone/>
              <a:defRPr sz="2250" b="0">
                <a:solidFill>
                  <a:srgbClr val="182431"/>
                </a:solidFill>
                <a:latin typeface="Arial"/>
                <a:ea typeface="Arial"/>
                <a:cs typeface="Arial"/>
              </a:defRPr>
            </a:lvl3pPr>
            <a:lvl4pPr>
              <a:buNone/>
              <a:defRPr sz="2250" b="0">
                <a:solidFill>
                  <a:srgbClr val="182431"/>
                </a:solidFill>
                <a:latin typeface="Arial"/>
                <a:ea typeface="Arial"/>
                <a:cs typeface="Arial"/>
              </a:defRPr>
            </a:lvl4pPr>
            <a:lvl5pPr>
              <a:buNone/>
              <a:defRPr sz="2250" b="0">
                <a:solidFill>
                  <a:srgbClr val="182431"/>
                </a:solidFill>
                <a:latin typeface="Arial"/>
                <a:ea typeface="Arial"/>
                <a:cs typeface="Arial"/>
              </a:defRPr>
            </a:lvl5pPr>
            <a:lvl6pPr>
              <a:buNone/>
              <a:defRPr sz="2250" b="0">
                <a:solidFill>
                  <a:srgbClr val="182431"/>
                </a:solidFill>
                <a:latin typeface="Arial"/>
                <a:ea typeface="Arial"/>
                <a:cs typeface="Arial"/>
              </a:defRPr>
            </a:lvl6pPr>
            <a:lvl7pPr>
              <a:buNone/>
              <a:defRPr sz="2250" b="0">
                <a:solidFill>
                  <a:srgbClr val="182431"/>
                </a:solidFill>
                <a:latin typeface="Arial"/>
                <a:ea typeface="Arial"/>
                <a:cs typeface="Arial"/>
              </a:defRPr>
            </a:lvl7pPr>
            <a:lvl8pPr>
              <a:buNone/>
              <a:defRPr sz="2250" b="0">
                <a:solidFill>
                  <a:srgbClr val="182431"/>
                </a:solidFill>
                <a:latin typeface="Arial"/>
                <a:ea typeface="Arial"/>
                <a:cs typeface="Arial"/>
              </a:defRPr>
            </a:lvl8pPr>
            <a:lvl9pPr>
              <a:buNone/>
              <a:defRPr sz="2250" b="0">
                <a:solidFill>
                  <a:srgbClr val="182431"/>
                </a:solidFill>
                <a:latin typeface="Arial"/>
                <a:ea typeface="Arial"/>
                <a:cs typeface="Arial"/>
              </a:defRPr>
            </a:lvl9pPr>
          </a:lstStyle>
          <a:p xmlns:a="http://schemas.openxmlformats.org/drawingml/2006/main">
            <a:pPr>
              <a:buNone/>
              <a:defRPr sz="2250" b="0">
                <a:solidFill>
                  <a:srgbClr val="182431"/>
                </a:solidFill>
                <a:latin typeface="Arial"/>
                <a:ea typeface="Arial"/>
                <a:cs typeface="Arial"/>
              </a:defRPr>
            </a:pPr>
            <a:r>
              <a:rPr sz="2250" b="0">
                <a:solidFill>
                  <a:srgbClr val="182431"/>
                </a:solidFill>
                <a:latin typeface="Arial"/>
                <a:ea typeface="Arial"/>
                <a:cs typeface="Arial"/>
              </a:rPr>
              <a:t>Alexander Goda and Amanda Cabrera</a:t>
            </a:r>
          </a:p>
        </p:txBody>
      </p:sp>
      <p:sp>
        <p:nvSpPr>
          <p:cNvPr id="4" name="">
            <a:extLst xmlns:a="http://schemas.openxmlformats.org/drawingml/2006/main">
              <a:ext uri="{FF2B5EF4-FFF2-40B4-BE49-F238E27FC236}">
                <a16:creationId xmlns:a16="http://schemas.microsoft.com/office/drawing/2014/main" id="{D55D2CC1-E0B2-47DF-A360-ADF8E6DCB080}"/>
              </a:ext>
            </a:extLst>
          </p:cNvPr>
          <p:cNvSpPr>
            <a:spLocks xmlns:a="http://schemas.openxmlformats.org/drawingml/2006/main" noGrp="1"/>
          </p:cNvSpPr>
          <p:nvPr/>
        </p:nvSpPr>
        <p:spPr>
          <a:xfrm xmlns:a="http://schemas.openxmlformats.org/drawingml/2006/main">
            <a:off x="685800" y="4429125"/>
            <a:ext cx="1082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2431"/>
                </a:solidFill>
                <a:latin typeface="Arial"/>
                <a:ea typeface="Arial"/>
                <a:cs typeface="Arial"/>
              </a:defRPr>
            </a:defPPr>
            <a:lvl1pPr>
              <a:buNone/>
              <a:defRPr sz="2025" b="0">
                <a:solidFill>
                  <a:srgbClr val="182431"/>
                </a:solidFill>
                <a:latin typeface="Arial"/>
                <a:ea typeface="Arial"/>
                <a:cs typeface="Arial"/>
              </a:defRPr>
            </a:lvl1pPr>
            <a:lvl2pPr>
              <a:buNone/>
              <a:defRPr sz="2025" b="0">
                <a:solidFill>
                  <a:srgbClr val="182431"/>
                </a:solidFill>
                <a:latin typeface="Arial"/>
                <a:ea typeface="Arial"/>
                <a:cs typeface="Arial"/>
              </a:defRPr>
            </a:lvl2pPr>
            <a:lvl3pPr>
              <a:buNone/>
              <a:defRPr sz="2025" b="0">
                <a:solidFill>
                  <a:srgbClr val="182431"/>
                </a:solidFill>
                <a:latin typeface="Arial"/>
                <a:ea typeface="Arial"/>
                <a:cs typeface="Arial"/>
              </a:defRPr>
            </a:lvl3pPr>
            <a:lvl4pPr>
              <a:buNone/>
              <a:defRPr sz="2025" b="0">
                <a:solidFill>
                  <a:srgbClr val="182431"/>
                </a:solidFill>
                <a:latin typeface="Arial"/>
                <a:ea typeface="Arial"/>
                <a:cs typeface="Arial"/>
              </a:defRPr>
            </a:lvl4pPr>
            <a:lvl5pPr>
              <a:buNone/>
              <a:defRPr sz="2025" b="0">
                <a:solidFill>
                  <a:srgbClr val="182431"/>
                </a:solidFill>
                <a:latin typeface="Arial"/>
                <a:ea typeface="Arial"/>
                <a:cs typeface="Arial"/>
              </a:defRPr>
            </a:lvl5pPr>
            <a:lvl6pPr>
              <a:buNone/>
              <a:defRPr sz="2025" b="0">
                <a:solidFill>
                  <a:srgbClr val="182431"/>
                </a:solidFill>
                <a:latin typeface="Arial"/>
                <a:ea typeface="Arial"/>
                <a:cs typeface="Arial"/>
              </a:defRPr>
            </a:lvl6pPr>
            <a:lvl7pPr>
              <a:buNone/>
              <a:defRPr sz="2025" b="0">
                <a:solidFill>
                  <a:srgbClr val="182431"/>
                </a:solidFill>
                <a:latin typeface="Arial"/>
                <a:ea typeface="Arial"/>
                <a:cs typeface="Arial"/>
              </a:defRPr>
            </a:lvl7pPr>
            <a:lvl8pPr>
              <a:buNone/>
              <a:defRPr sz="2025" b="0">
                <a:solidFill>
                  <a:srgbClr val="182431"/>
                </a:solidFill>
                <a:latin typeface="Arial"/>
                <a:ea typeface="Arial"/>
                <a:cs typeface="Arial"/>
              </a:defRPr>
            </a:lvl8pPr>
            <a:lvl9pPr>
              <a:buNone/>
              <a:defRPr sz="2025" b="0">
                <a:solidFill>
                  <a:srgbClr val="182431"/>
                </a:solidFill>
                <a:latin typeface="Arial"/>
                <a:ea typeface="Arial"/>
                <a:cs typeface="Arial"/>
              </a:defRPr>
            </a:lvl9pPr>
          </a:lstStyle>
          <a:p xmlns:a="http://schemas.openxmlformats.org/drawingml/2006/main">
            <a:pPr>
              <a:buNone/>
              <a:defRPr sz="2025" b="0">
                <a:solidFill>
                  <a:srgbClr val="182431"/>
                </a:solidFill>
                <a:latin typeface="Arial"/>
                <a:ea typeface="Arial"/>
                <a:cs typeface="Arial"/>
              </a:defRPr>
            </a:pPr>
            <a:r>
              <a:rPr sz="2025" b="0">
                <a:solidFill>
                  <a:srgbClr val="182431"/>
                </a:solidFill>
                <a:latin typeface="Arial"/>
                <a:ea typeface="Arial"/>
                <a:cs typeface="Arial"/>
              </a:rPr>
              <a:t>Professor Trish Cornez</a:t>
            </a:r>
          </a:p>
        </p:txBody>
      </p:sp>
    </p:spTree>
    <p:extLst>
      <p:ext uri="{BB962C8B-B14F-4D97-AF65-F5344CB8AC3E}">
        <p14:creationId xmlns:p14="http://schemas.microsoft.com/office/powerpoint/2010/main" val="205766242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9412369-8133-4534-9E4A-5E10D8B1056D}"/>
              </a:ext>
            </a:extLst>
          </p:cNvPr>
          <p:cNvSpPr>
            <a:spLocks xmlns:a="http://schemas.openxmlformats.org/drawingml/2006/main" noGrp="1"/>
          </p:cNvSpPr>
          <p:nvPr/>
        </p:nvSpPr>
        <p:spPr>
          <a:xfrm xmlns:a="http://schemas.openxmlformats.org/drawingml/2006/main">
            <a:off x="609600" y="4191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82431"/>
                </a:solidFill>
                <a:latin typeface="Arial"/>
                <a:ea typeface="Arial"/>
                <a:cs typeface="Arial"/>
              </a:defRPr>
            </a:defPPr>
            <a:lvl1pPr>
              <a:buNone/>
              <a:defRPr sz="3300" b="1">
                <a:solidFill>
                  <a:srgbClr val="182431"/>
                </a:solidFill>
                <a:latin typeface="Arial"/>
                <a:ea typeface="Arial"/>
                <a:cs typeface="Arial"/>
              </a:defRPr>
            </a:lvl1pPr>
            <a:lvl2pPr>
              <a:buNone/>
              <a:defRPr sz="3300" b="1">
                <a:solidFill>
                  <a:srgbClr val="182431"/>
                </a:solidFill>
                <a:latin typeface="Arial"/>
                <a:ea typeface="Arial"/>
                <a:cs typeface="Arial"/>
              </a:defRPr>
            </a:lvl2pPr>
            <a:lvl3pPr>
              <a:buNone/>
              <a:defRPr sz="3300" b="1">
                <a:solidFill>
                  <a:srgbClr val="182431"/>
                </a:solidFill>
                <a:latin typeface="Arial"/>
                <a:ea typeface="Arial"/>
                <a:cs typeface="Arial"/>
              </a:defRPr>
            </a:lvl3pPr>
            <a:lvl4pPr>
              <a:buNone/>
              <a:defRPr sz="3300" b="1">
                <a:solidFill>
                  <a:srgbClr val="182431"/>
                </a:solidFill>
                <a:latin typeface="Arial"/>
                <a:ea typeface="Arial"/>
                <a:cs typeface="Arial"/>
              </a:defRPr>
            </a:lvl4pPr>
            <a:lvl5pPr>
              <a:buNone/>
              <a:defRPr sz="3300" b="1">
                <a:solidFill>
                  <a:srgbClr val="182431"/>
                </a:solidFill>
                <a:latin typeface="Arial"/>
                <a:ea typeface="Arial"/>
                <a:cs typeface="Arial"/>
              </a:defRPr>
            </a:lvl5pPr>
            <a:lvl6pPr>
              <a:buNone/>
              <a:defRPr sz="3300" b="1">
                <a:solidFill>
                  <a:srgbClr val="182431"/>
                </a:solidFill>
                <a:latin typeface="Arial"/>
                <a:ea typeface="Arial"/>
                <a:cs typeface="Arial"/>
              </a:defRPr>
            </a:lvl6pPr>
            <a:lvl7pPr>
              <a:buNone/>
              <a:defRPr sz="3300" b="1">
                <a:solidFill>
                  <a:srgbClr val="182431"/>
                </a:solidFill>
                <a:latin typeface="Arial"/>
                <a:ea typeface="Arial"/>
                <a:cs typeface="Arial"/>
              </a:defRPr>
            </a:lvl7pPr>
            <a:lvl8pPr>
              <a:buNone/>
              <a:defRPr sz="3300" b="1">
                <a:solidFill>
                  <a:srgbClr val="182431"/>
                </a:solidFill>
                <a:latin typeface="Arial"/>
                <a:ea typeface="Arial"/>
                <a:cs typeface="Arial"/>
              </a:defRPr>
            </a:lvl8pPr>
            <a:lvl9pPr>
              <a:buNone/>
              <a:defRPr sz="3300" b="1">
                <a:solidFill>
                  <a:srgbClr val="182431"/>
                </a:solidFill>
                <a:latin typeface="Arial"/>
                <a:ea typeface="Arial"/>
                <a:cs typeface="Arial"/>
              </a:defRPr>
            </a:lvl9pPr>
          </a:lstStyle>
          <a:p xmlns:a="http://schemas.openxmlformats.org/drawingml/2006/main">
            <a:pPr>
              <a:buNone/>
              <a:defRPr sz="3300" b="1">
                <a:solidFill>
                  <a:srgbClr val="182431"/>
                </a:solidFill>
                <a:latin typeface="Arial"/>
                <a:ea typeface="Arial"/>
                <a:cs typeface="Arial"/>
              </a:defRPr>
            </a:pPr>
            <a:r>
              <a:rPr sz="3300" b="1">
                <a:solidFill>
                  <a:srgbClr val="182431"/>
                </a:solidFill>
                <a:latin typeface="Arial"/>
                <a:ea typeface="Arial"/>
                <a:cs typeface="Arial"/>
              </a:rPr>
              <a:t>Project scope</a:t>
            </a:r>
          </a:p>
        </p:txBody>
      </p:sp>
      <p:sp>
        <p:nvSpPr>
          <p:cNvPr id="2" name="">
            <a:extLst xmlns:a="http://schemas.openxmlformats.org/drawingml/2006/main">
              <a:ext uri="{FF2B5EF4-FFF2-40B4-BE49-F238E27FC236}">
                <a16:creationId xmlns:a16="http://schemas.microsoft.com/office/drawing/2014/main" id="{97CACFD8-87EA-4982-BD70-F71A6C1389BD}"/>
              </a:ext>
            </a:extLst>
          </p:cNvPr>
          <p:cNvSpPr>
            <a:spLocks xmlns:a="http://schemas.openxmlformats.org/drawingml/2006/main" noGrp="1"/>
          </p:cNvSpPr>
          <p:nvPr/>
        </p:nvSpPr>
        <p:spPr>
          <a:xfrm xmlns:a="http://schemas.openxmlformats.org/drawingml/2006/main">
            <a:off x="685800" y="163830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82431"/>
                </a:solidFill>
                <a:latin typeface="Arial"/>
                <a:ea typeface="Arial"/>
                <a:cs typeface="Arial"/>
              </a:defRPr>
            </a:defPPr>
            <a:lvl1pPr>
              <a:buNone/>
              <a:defRPr sz="2250" b="0">
                <a:solidFill>
                  <a:srgbClr val="182431"/>
                </a:solidFill>
                <a:latin typeface="Arial"/>
                <a:ea typeface="Arial"/>
                <a:cs typeface="Arial"/>
              </a:defRPr>
            </a:lvl1pPr>
            <a:lvl2pPr>
              <a:buNone/>
              <a:defRPr sz="2250" b="0">
                <a:solidFill>
                  <a:srgbClr val="182431"/>
                </a:solidFill>
                <a:latin typeface="Arial"/>
                <a:ea typeface="Arial"/>
                <a:cs typeface="Arial"/>
              </a:defRPr>
            </a:lvl2pPr>
            <a:lvl3pPr>
              <a:buNone/>
              <a:defRPr sz="2250" b="0">
                <a:solidFill>
                  <a:srgbClr val="182431"/>
                </a:solidFill>
                <a:latin typeface="Arial"/>
                <a:ea typeface="Arial"/>
                <a:cs typeface="Arial"/>
              </a:defRPr>
            </a:lvl3pPr>
            <a:lvl4pPr>
              <a:buNone/>
              <a:defRPr sz="2250" b="0">
                <a:solidFill>
                  <a:srgbClr val="182431"/>
                </a:solidFill>
                <a:latin typeface="Arial"/>
                <a:ea typeface="Arial"/>
                <a:cs typeface="Arial"/>
              </a:defRPr>
            </a:lvl4pPr>
            <a:lvl5pPr>
              <a:buNone/>
              <a:defRPr sz="2250" b="0">
                <a:solidFill>
                  <a:srgbClr val="182431"/>
                </a:solidFill>
                <a:latin typeface="Arial"/>
                <a:ea typeface="Arial"/>
                <a:cs typeface="Arial"/>
              </a:defRPr>
            </a:lvl5pPr>
            <a:lvl6pPr>
              <a:buNone/>
              <a:defRPr sz="2250" b="0">
                <a:solidFill>
                  <a:srgbClr val="182431"/>
                </a:solidFill>
                <a:latin typeface="Arial"/>
                <a:ea typeface="Arial"/>
                <a:cs typeface="Arial"/>
              </a:defRPr>
            </a:lvl6pPr>
            <a:lvl7pPr>
              <a:buNone/>
              <a:defRPr sz="2250" b="0">
                <a:solidFill>
                  <a:srgbClr val="182431"/>
                </a:solidFill>
                <a:latin typeface="Arial"/>
                <a:ea typeface="Arial"/>
                <a:cs typeface="Arial"/>
              </a:defRPr>
            </a:lvl7pPr>
            <a:lvl8pPr>
              <a:buNone/>
              <a:defRPr sz="2250" b="0">
                <a:solidFill>
                  <a:srgbClr val="182431"/>
                </a:solidFill>
                <a:latin typeface="Arial"/>
                <a:ea typeface="Arial"/>
                <a:cs typeface="Arial"/>
              </a:defRPr>
            </a:lvl8pPr>
            <a:lvl9pPr>
              <a:buNone/>
              <a:defRPr sz="2250" b="0">
                <a:solidFill>
                  <a:srgbClr val="182431"/>
                </a:solidFill>
                <a:latin typeface="Arial"/>
                <a:ea typeface="Arial"/>
                <a:cs typeface="Arial"/>
              </a:defRPr>
            </a:lvl9pPr>
          </a:lstStyle>
          <a:p xmlns:a="http://schemas.openxmlformats.org/drawingml/2006/main">
            <a:pPr>
              <a:buNone/>
              <a:defRPr sz="2250" b="0">
                <a:solidFill>
                  <a:srgbClr val="182431"/>
                </a:solidFill>
                <a:latin typeface="Arial"/>
                <a:ea typeface="Arial"/>
                <a:cs typeface="Arial"/>
              </a:defRPr>
            </a:pPr>
            <a:r>
              <a:rPr sz="2250" b="0">
                <a:solidFill>
                  <a:srgbClr val="182431"/>
                </a:solidFill>
                <a:latin typeface="Arial"/>
                <a:ea typeface="Arial"/>
                <a:cs typeface="Arial"/>
              </a:rPr>
              <a:t>Local accounts support registration, login, and logout.</a:t>
            </a:r>
          </a:p>
        </p:txBody>
      </p:sp>
      <p:sp>
        <p:nvSpPr>
          <p:cNvPr id="3" name="">
            <a:extLst xmlns:a="http://schemas.openxmlformats.org/drawingml/2006/main">
              <a:ext uri="{FF2B5EF4-FFF2-40B4-BE49-F238E27FC236}">
                <a16:creationId xmlns:a16="http://schemas.microsoft.com/office/drawing/2014/main" id="{14BCAE3C-6C7C-4A04-A88F-270DD2035805}"/>
              </a:ext>
            </a:extLst>
          </p:cNvPr>
          <p:cNvSpPr>
            <a:spLocks xmlns:a="http://schemas.openxmlformats.org/drawingml/2006/main" noGrp="1"/>
          </p:cNvSpPr>
          <p:nvPr/>
        </p:nvSpPr>
        <p:spPr>
          <a:xfrm xmlns:a="http://schemas.openxmlformats.org/drawingml/2006/main">
            <a:off x="685800" y="2505075"/>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82431"/>
                </a:solidFill>
                <a:latin typeface="Arial"/>
                <a:ea typeface="Arial"/>
                <a:cs typeface="Arial"/>
              </a:defRPr>
            </a:defPPr>
            <a:lvl1pPr>
              <a:buNone/>
              <a:defRPr sz="2250" b="0">
                <a:solidFill>
                  <a:srgbClr val="182431"/>
                </a:solidFill>
                <a:latin typeface="Arial"/>
                <a:ea typeface="Arial"/>
                <a:cs typeface="Arial"/>
              </a:defRPr>
            </a:lvl1pPr>
            <a:lvl2pPr>
              <a:buNone/>
              <a:defRPr sz="2250" b="0">
                <a:solidFill>
                  <a:srgbClr val="182431"/>
                </a:solidFill>
                <a:latin typeface="Arial"/>
                <a:ea typeface="Arial"/>
                <a:cs typeface="Arial"/>
              </a:defRPr>
            </a:lvl2pPr>
            <a:lvl3pPr>
              <a:buNone/>
              <a:defRPr sz="2250" b="0">
                <a:solidFill>
                  <a:srgbClr val="182431"/>
                </a:solidFill>
                <a:latin typeface="Arial"/>
                <a:ea typeface="Arial"/>
                <a:cs typeface="Arial"/>
              </a:defRPr>
            </a:lvl3pPr>
            <a:lvl4pPr>
              <a:buNone/>
              <a:defRPr sz="2250" b="0">
                <a:solidFill>
                  <a:srgbClr val="182431"/>
                </a:solidFill>
                <a:latin typeface="Arial"/>
                <a:ea typeface="Arial"/>
                <a:cs typeface="Arial"/>
              </a:defRPr>
            </a:lvl4pPr>
            <a:lvl5pPr>
              <a:buNone/>
              <a:defRPr sz="2250" b="0">
                <a:solidFill>
                  <a:srgbClr val="182431"/>
                </a:solidFill>
                <a:latin typeface="Arial"/>
                <a:ea typeface="Arial"/>
                <a:cs typeface="Arial"/>
              </a:defRPr>
            </a:lvl5pPr>
            <a:lvl6pPr>
              <a:buNone/>
              <a:defRPr sz="2250" b="0">
                <a:solidFill>
                  <a:srgbClr val="182431"/>
                </a:solidFill>
                <a:latin typeface="Arial"/>
                <a:ea typeface="Arial"/>
                <a:cs typeface="Arial"/>
              </a:defRPr>
            </a:lvl6pPr>
            <a:lvl7pPr>
              <a:buNone/>
              <a:defRPr sz="2250" b="0">
                <a:solidFill>
                  <a:srgbClr val="182431"/>
                </a:solidFill>
                <a:latin typeface="Arial"/>
                <a:ea typeface="Arial"/>
                <a:cs typeface="Arial"/>
              </a:defRPr>
            </a:lvl7pPr>
            <a:lvl8pPr>
              <a:buNone/>
              <a:defRPr sz="2250" b="0">
                <a:solidFill>
                  <a:srgbClr val="182431"/>
                </a:solidFill>
                <a:latin typeface="Arial"/>
                <a:ea typeface="Arial"/>
                <a:cs typeface="Arial"/>
              </a:defRPr>
            </a:lvl8pPr>
            <a:lvl9pPr>
              <a:buNone/>
              <a:defRPr sz="2250" b="0">
                <a:solidFill>
                  <a:srgbClr val="182431"/>
                </a:solidFill>
                <a:latin typeface="Arial"/>
                <a:ea typeface="Arial"/>
                <a:cs typeface="Arial"/>
              </a:defRPr>
            </a:lvl9pPr>
          </a:lstStyle>
          <a:p xmlns:a="http://schemas.openxmlformats.org/drawingml/2006/main">
            <a:pPr>
              <a:buNone/>
              <a:defRPr sz="2250" b="0">
                <a:solidFill>
                  <a:srgbClr val="182431"/>
                </a:solidFill>
                <a:latin typeface="Arial"/>
                <a:ea typeface="Arial"/>
                <a:cs typeface="Arial"/>
              </a:defRPr>
            </a:pPr>
            <a:r>
              <a:rPr sz="2250" b="0">
                <a:solidFill>
                  <a:srgbClr val="182431"/>
                </a:solidFill>
                <a:latin typeface="Arial"/>
                <a:ea typeface="Arial"/>
                <a:cs typeface="Arial"/>
              </a:rPr>
              <a:t>Users manage tasks they create or receive.</a:t>
            </a:r>
          </a:p>
        </p:txBody>
      </p:sp>
      <p:sp>
        <p:nvSpPr>
          <p:cNvPr id="4" name="">
            <a:extLst xmlns:a="http://schemas.openxmlformats.org/drawingml/2006/main">
              <a:ext uri="{FF2B5EF4-FFF2-40B4-BE49-F238E27FC236}">
                <a16:creationId xmlns:a16="http://schemas.microsoft.com/office/drawing/2014/main" id="{BECDC0B7-9408-46C6-9955-935306B57E69}"/>
              </a:ext>
            </a:extLst>
          </p:cNvPr>
          <p:cNvSpPr>
            <a:spLocks xmlns:a="http://schemas.openxmlformats.org/drawingml/2006/main" noGrp="1"/>
          </p:cNvSpPr>
          <p:nvPr/>
        </p:nvSpPr>
        <p:spPr>
          <a:xfrm xmlns:a="http://schemas.openxmlformats.org/drawingml/2006/main">
            <a:off x="685800" y="337185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82431"/>
                </a:solidFill>
                <a:latin typeface="Arial"/>
                <a:ea typeface="Arial"/>
                <a:cs typeface="Arial"/>
              </a:defRPr>
            </a:defPPr>
            <a:lvl1pPr>
              <a:buNone/>
              <a:defRPr sz="2250" b="0">
                <a:solidFill>
                  <a:srgbClr val="182431"/>
                </a:solidFill>
                <a:latin typeface="Arial"/>
                <a:ea typeface="Arial"/>
                <a:cs typeface="Arial"/>
              </a:defRPr>
            </a:lvl1pPr>
            <a:lvl2pPr>
              <a:buNone/>
              <a:defRPr sz="2250" b="0">
                <a:solidFill>
                  <a:srgbClr val="182431"/>
                </a:solidFill>
                <a:latin typeface="Arial"/>
                <a:ea typeface="Arial"/>
                <a:cs typeface="Arial"/>
              </a:defRPr>
            </a:lvl2pPr>
            <a:lvl3pPr>
              <a:buNone/>
              <a:defRPr sz="2250" b="0">
                <a:solidFill>
                  <a:srgbClr val="182431"/>
                </a:solidFill>
                <a:latin typeface="Arial"/>
                <a:ea typeface="Arial"/>
                <a:cs typeface="Arial"/>
              </a:defRPr>
            </a:lvl3pPr>
            <a:lvl4pPr>
              <a:buNone/>
              <a:defRPr sz="2250" b="0">
                <a:solidFill>
                  <a:srgbClr val="182431"/>
                </a:solidFill>
                <a:latin typeface="Arial"/>
                <a:ea typeface="Arial"/>
                <a:cs typeface="Arial"/>
              </a:defRPr>
            </a:lvl4pPr>
            <a:lvl5pPr>
              <a:buNone/>
              <a:defRPr sz="2250" b="0">
                <a:solidFill>
                  <a:srgbClr val="182431"/>
                </a:solidFill>
                <a:latin typeface="Arial"/>
                <a:ea typeface="Arial"/>
                <a:cs typeface="Arial"/>
              </a:defRPr>
            </a:lvl5pPr>
            <a:lvl6pPr>
              <a:buNone/>
              <a:defRPr sz="2250" b="0">
                <a:solidFill>
                  <a:srgbClr val="182431"/>
                </a:solidFill>
                <a:latin typeface="Arial"/>
                <a:ea typeface="Arial"/>
                <a:cs typeface="Arial"/>
              </a:defRPr>
            </a:lvl6pPr>
            <a:lvl7pPr>
              <a:buNone/>
              <a:defRPr sz="2250" b="0">
                <a:solidFill>
                  <a:srgbClr val="182431"/>
                </a:solidFill>
                <a:latin typeface="Arial"/>
                <a:ea typeface="Arial"/>
                <a:cs typeface="Arial"/>
              </a:defRPr>
            </a:lvl7pPr>
            <a:lvl8pPr>
              <a:buNone/>
              <a:defRPr sz="2250" b="0">
                <a:solidFill>
                  <a:srgbClr val="182431"/>
                </a:solidFill>
                <a:latin typeface="Arial"/>
                <a:ea typeface="Arial"/>
                <a:cs typeface="Arial"/>
              </a:defRPr>
            </a:lvl8pPr>
            <a:lvl9pPr>
              <a:buNone/>
              <a:defRPr sz="2250" b="0">
                <a:solidFill>
                  <a:srgbClr val="182431"/>
                </a:solidFill>
                <a:latin typeface="Arial"/>
                <a:ea typeface="Arial"/>
                <a:cs typeface="Arial"/>
              </a:defRPr>
            </a:lvl9pPr>
          </a:lstStyle>
          <a:p xmlns:a="http://schemas.openxmlformats.org/drawingml/2006/main">
            <a:pPr>
              <a:buNone/>
              <a:defRPr sz="2250" b="0">
                <a:solidFill>
                  <a:srgbClr val="182431"/>
                </a:solidFill>
                <a:latin typeface="Arial"/>
                <a:ea typeface="Arial"/>
                <a:cs typeface="Arial"/>
              </a:defRPr>
            </a:pPr>
            <a:r>
              <a:rPr sz="2250" b="0">
                <a:solidFill>
                  <a:srgbClr val="182431"/>
                </a:solidFill>
                <a:latin typeface="Arial"/>
                <a:ea typeface="Arial"/>
                <a:cs typeface="Arial"/>
              </a:rPr>
              <a:t>Creators control editing, deletion, and assignment.</a:t>
            </a:r>
          </a:p>
        </p:txBody>
      </p:sp>
      <p:sp>
        <p:nvSpPr>
          <p:cNvPr id="5" name="">
            <a:extLst xmlns:a="http://schemas.openxmlformats.org/drawingml/2006/main">
              <a:ext uri="{FF2B5EF4-FFF2-40B4-BE49-F238E27FC236}">
                <a16:creationId xmlns:a16="http://schemas.microsoft.com/office/drawing/2014/main" id="{F9A17F88-AF3C-48D0-A7B7-CB48C1BFADB4}"/>
              </a:ext>
            </a:extLst>
          </p:cNvPr>
          <p:cNvSpPr>
            <a:spLocks xmlns:a="http://schemas.openxmlformats.org/drawingml/2006/main" noGrp="1"/>
          </p:cNvSpPr>
          <p:nvPr/>
        </p:nvSpPr>
        <p:spPr>
          <a:xfrm xmlns:a="http://schemas.openxmlformats.org/drawingml/2006/main">
            <a:off x="685800" y="4238625"/>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82431"/>
                </a:solidFill>
                <a:latin typeface="Arial"/>
                <a:ea typeface="Arial"/>
                <a:cs typeface="Arial"/>
              </a:defRPr>
            </a:defPPr>
            <a:lvl1pPr>
              <a:buNone/>
              <a:defRPr sz="2250" b="0">
                <a:solidFill>
                  <a:srgbClr val="182431"/>
                </a:solidFill>
                <a:latin typeface="Arial"/>
                <a:ea typeface="Arial"/>
                <a:cs typeface="Arial"/>
              </a:defRPr>
            </a:lvl1pPr>
            <a:lvl2pPr>
              <a:buNone/>
              <a:defRPr sz="2250" b="0">
                <a:solidFill>
                  <a:srgbClr val="182431"/>
                </a:solidFill>
                <a:latin typeface="Arial"/>
                <a:ea typeface="Arial"/>
                <a:cs typeface="Arial"/>
              </a:defRPr>
            </a:lvl2pPr>
            <a:lvl3pPr>
              <a:buNone/>
              <a:defRPr sz="2250" b="0">
                <a:solidFill>
                  <a:srgbClr val="182431"/>
                </a:solidFill>
                <a:latin typeface="Arial"/>
                <a:ea typeface="Arial"/>
                <a:cs typeface="Arial"/>
              </a:defRPr>
            </a:lvl3pPr>
            <a:lvl4pPr>
              <a:buNone/>
              <a:defRPr sz="2250" b="0">
                <a:solidFill>
                  <a:srgbClr val="182431"/>
                </a:solidFill>
                <a:latin typeface="Arial"/>
                <a:ea typeface="Arial"/>
                <a:cs typeface="Arial"/>
              </a:defRPr>
            </a:lvl4pPr>
            <a:lvl5pPr>
              <a:buNone/>
              <a:defRPr sz="2250" b="0">
                <a:solidFill>
                  <a:srgbClr val="182431"/>
                </a:solidFill>
                <a:latin typeface="Arial"/>
                <a:ea typeface="Arial"/>
                <a:cs typeface="Arial"/>
              </a:defRPr>
            </a:lvl5pPr>
            <a:lvl6pPr>
              <a:buNone/>
              <a:defRPr sz="2250" b="0">
                <a:solidFill>
                  <a:srgbClr val="182431"/>
                </a:solidFill>
                <a:latin typeface="Arial"/>
                <a:ea typeface="Arial"/>
                <a:cs typeface="Arial"/>
              </a:defRPr>
            </a:lvl6pPr>
            <a:lvl7pPr>
              <a:buNone/>
              <a:defRPr sz="2250" b="0">
                <a:solidFill>
                  <a:srgbClr val="182431"/>
                </a:solidFill>
                <a:latin typeface="Arial"/>
                <a:ea typeface="Arial"/>
                <a:cs typeface="Arial"/>
              </a:defRPr>
            </a:lvl7pPr>
            <a:lvl8pPr>
              <a:buNone/>
              <a:defRPr sz="2250" b="0">
                <a:solidFill>
                  <a:srgbClr val="182431"/>
                </a:solidFill>
                <a:latin typeface="Arial"/>
                <a:ea typeface="Arial"/>
                <a:cs typeface="Arial"/>
              </a:defRPr>
            </a:lvl8pPr>
            <a:lvl9pPr>
              <a:buNone/>
              <a:defRPr sz="2250" b="0">
                <a:solidFill>
                  <a:srgbClr val="182431"/>
                </a:solidFill>
                <a:latin typeface="Arial"/>
                <a:ea typeface="Arial"/>
                <a:cs typeface="Arial"/>
              </a:defRPr>
            </a:lvl9pPr>
          </a:lstStyle>
          <a:p xmlns:a="http://schemas.openxmlformats.org/drawingml/2006/main">
            <a:pPr>
              <a:buNone/>
              <a:defRPr sz="2250" b="0">
                <a:solidFill>
                  <a:srgbClr val="182431"/>
                </a:solidFill>
                <a:latin typeface="Arial"/>
                <a:ea typeface="Arial"/>
                <a:cs typeface="Arial"/>
              </a:defRPr>
            </a:pPr>
            <a:r>
              <a:rPr sz="2250" b="0">
                <a:solidFill>
                  <a:srgbClr val="182431"/>
                </a:solidFill>
                <a:latin typeface="Arial"/>
                <a:ea typeface="Arial"/>
                <a:cs typeface="Arial"/>
              </a:rPr>
              <a:t>Due dates and priority levels are the selected extra feature.</a:t>
            </a:r>
          </a:p>
        </p:txBody>
      </p:sp>
    </p:spTree>
    <p:extLst>
      <p:ext uri="{BB962C8B-B14F-4D97-AF65-F5344CB8AC3E}">
        <p14:creationId xmlns:p14="http://schemas.microsoft.com/office/powerpoint/2010/main" val="85365886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5B9F5C0F-545E-464B-8569-C0DF8DBA5E49}"/>
              </a:ext>
            </a:extLst>
          </p:cNvPr>
          <p:cNvSpPr>
            <a:spLocks xmlns:a="http://schemas.openxmlformats.org/drawingml/2006/main" noGrp="1"/>
          </p:cNvSpPr>
          <p:nvPr/>
        </p:nvSpPr>
        <p:spPr>
          <a:xfrm xmlns:a="http://schemas.openxmlformats.org/drawingml/2006/main">
            <a:off x="609600" y="4191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82431"/>
                </a:solidFill>
                <a:latin typeface="Arial"/>
                <a:ea typeface="Arial"/>
                <a:cs typeface="Arial"/>
              </a:defRPr>
            </a:defPPr>
            <a:lvl1pPr>
              <a:buNone/>
              <a:defRPr sz="3300" b="1">
                <a:solidFill>
                  <a:srgbClr val="182431"/>
                </a:solidFill>
                <a:latin typeface="Arial"/>
                <a:ea typeface="Arial"/>
                <a:cs typeface="Arial"/>
              </a:defRPr>
            </a:lvl1pPr>
            <a:lvl2pPr>
              <a:buNone/>
              <a:defRPr sz="3300" b="1">
                <a:solidFill>
                  <a:srgbClr val="182431"/>
                </a:solidFill>
                <a:latin typeface="Arial"/>
                <a:ea typeface="Arial"/>
                <a:cs typeface="Arial"/>
              </a:defRPr>
            </a:lvl2pPr>
            <a:lvl3pPr>
              <a:buNone/>
              <a:defRPr sz="3300" b="1">
                <a:solidFill>
                  <a:srgbClr val="182431"/>
                </a:solidFill>
                <a:latin typeface="Arial"/>
                <a:ea typeface="Arial"/>
                <a:cs typeface="Arial"/>
              </a:defRPr>
            </a:lvl3pPr>
            <a:lvl4pPr>
              <a:buNone/>
              <a:defRPr sz="3300" b="1">
                <a:solidFill>
                  <a:srgbClr val="182431"/>
                </a:solidFill>
                <a:latin typeface="Arial"/>
                <a:ea typeface="Arial"/>
                <a:cs typeface="Arial"/>
              </a:defRPr>
            </a:lvl4pPr>
            <a:lvl5pPr>
              <a:buNone/>
              <a:defRPr sz="3300" b="1">
                <a:solidFill>
                  <a:srgbClr val="182431"/>
                </a:solidFill>
                <a:latin typeface="Arial"/>
                <a:ea typeface="Arial"/>
                <a:cs typeface="Arial"/>
              </a:defRPr>
            </a:lvl5pPr>
            <a:lvl6pPr>
              <a:buNone/>
              <a:defRPr sz="3300" b="1">
                <a:solidFill>
                  <a:srgbClr val="182431"/>
                </a:solidFill>
                <a:latin typeface="Arial"/>
                <a:ea typeface="Arial"/>
                <a:cs typeface="Arial"/>
              </a:defRPr>
            </a:lvl6pPr>
            <a:lvl7pPr>
              <a:buNone/>
              <a:defRPr sz="3300" b="1">
                <a:solidFill>
                  <a:srgbClr val="182431"/>
                </a:solidFill>
                <a:latin typeface="Arial"/>
                <a:ea typeface="Arial"/>
                <a:cs typeface="Arial"/>
              </a:defRPr>
            </a:lvl7pPr>
            <a:lvl8pPr>
              <a:buNone/>
              <a:defRPr sz="3300" b="1">
                <a:solidFill>
                  <a:srgbClr val="182431"/>
                </a:solidFill>
                <a:latin typeface="Arial"/>
                <a:ea typeface="Arial"/>
                <a:cs typeface="Arial"/>
              </a:defRPr>
            </a:lvl8pPr>
            <a:lvl9pPr>
              <a:buNone/>
              <a:defRPr sz="3300" b="1">
                <a:solidFill>
                  <a:srgbClr val="182431"/>
                </a:solidFill>
                <a:latin typeface="Arial"/>
                <a:ea typeface="Arial"/>
                <a:cs typeface="Arial"/>
              </a:defRPr>
            </a:lvl9pPr>
          </a:lstStyle>
          <a:p xmlns:a="http://schemas.openxmlformats.org/drawingml/2006/main">
            <a:pPr>
              <a:buNone/>
              <a:defRPr sz="3300" b="1">
                <a:solidFill>
                  <a:srgbClr val="182431"/>
                </a:solidFill>
                <a:latin typeface="Arial"/>
                <a:ea typeface="Arial"/>
                <a:cs typeface="Arial"/>
              </a:defRPr>
            </a:pPr>
            <a:r>
              <a:rPr sz="3300" b="1">
                <a:solidFill>
                  <a:srgbClr val="182431"/>
                </a:solidFill>
                <a:latin typeface="Arial"/>
                <a:ea typeface="Arial"/>
                <a:cs typeface="Arial"/>
              </a:rPr>
              <a:t>MVC architecture</a:t>
            </a:r>
          </a:p>
        </p:txBody>
      </p:sp>
      <p:pic>
        <p:nvPicPr>
          <p:cNvPr id="2" name="">
            <a:extLst xmlns:a="http://schemas.openxmlformats.org/drawingml/2006/main">
              <a:ext uri="{FF2B5EF4-FFF2-40B4-BE49-F238E27FC236}">
                <a16:creationId xmlns:a16="http://schemas.microsoft.com/office/drawing/2014/main" id="{C95AAF19-C09D-46AC-BC01-05362CE9FDAB}"/>
              </a:ext>
            </a:extLst>
          </p:cNvPr>
          <p:cNvPicPr>
            <a:picLocks xmlns:a="http://schemas.openxmlformats.org/drawingml/2006/main" noChangeAspect="1"/>
          </p:cNvPicPr>
          <p:nvPr/>
        </p:nvPicPr>
        <p:blipFill>
          <a:blip xmlns:r="http://schemas.openxmlformats.org/officeDocument/2006/relationships" xmlns:a="http://schemas.openxmlformats.org/drawingml/2006/main" r:embed="Rce1e23f4afa94a0e"/>
          <a:stretch xmlns:a="http://schemas.openxmlformats.org/drawingml/2006/main"/>
        </p:blipFill>
        <p:spPr>
          <a:xfrm xmlns:a="http://schemas.openxmlformats.org/drawingml/2006/main">
            <a:off x="381000" y="1643063"/>
            <a:ext cx="11430000" cy="4619625"/>
          </a:xfrm>
          <a:prstGeom xmlns:a="http://schemas.openxmlformats.org/drawingml/2006/main" prst="rect">
            <a:avLst/>
          </a:prstGeom>
        </p:spPr>
      </p:pic>
    </p:spTree>
    <p:extLst>
      <p:ext uri="{BB962C8B-B14F-4D97-AF65-F5344CB8AC3E}">
        <p14:creationId xmlns:p14="http://schemas.microsoft.com/office/powerpoint/2010/main" val="4307854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0E99777D-2D4A-4D68-ABA2-630E02EE3D32}"/>
              </a:ext>
            </a:extLst>
          </p:cNvPr>
          <p:cNvSpPr>
            <a:spLocks xmlns:a="http://schemas.openxmlformats.org/drawingml/2006/main" noGrp="1"/>
          </p:cNvSpPr>
          <p:nvPr/>
        </p:nvSpPr>
        <p:spPr>
          <a:xfrm xmlns:a="http://schemas.openxmlformats.org/drawingml/2006/main">
            <a:off x="609600" y="4191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82431"/>
                </a:solidFill>
                <a:latin typeface="Arial"/>
                <a:ea typeface="Arial"/>
                <a:cs typeface="Arial"/>
              </a:defRPr>
            </a:defPPr>
            <a:lvl1pPr>
              <a:buNone/>
              <a:defRPr sz="3300" b="1">
                <a:solidFill>
                  <a:srgbClr val="182431"/>
                </a:solidFill>
                <a:latin typeface="Arial"/>
                <a:ea typeface="Arial"/>
                <a:cs typeface="Arial"/>
              </a:defRPr>
            </a:lvl1pPr>
            <a:lvl2pPr>
              <a:buNone/>
              <a:defRPr sz="3300" b="1">
                <a:solidFill>
                  <a:srgbClr val="182431"/>
                </a:solidFill>
                <a:latin typeface="Arial"/>
                <a:ea typeface="Arial"/>
                <a:cs typeface="Arial"/>
              </a:defRPr>
            </a:lvl2pPr>
            <a:lvl3pPr>
              <a:buNone/>
              <a:defRPr sz="3300" b="1">
                <a:solidFill>
                  <a:srgbClr val="182431"/>
                </a:solidFill>
                <a:latin typeface="Arial"/>
                <a:ea typeface="Arial"/>
                <a:cs typeface="Arial"/>
              </a:defRPr>
            </a:lvl3pPr>
            <a:lvl4pPr>
              <a:buNone/>
              <a:defRPr sz="3300" b="1">
                <a:solidFill>
                  <a:srgbClr val="182431"/>
                </a:solidFill>
                <a:latin typeface="Arial"/>
                <a:ea typeface="Arial"/>
                <a:cs typeface="Arial"/>
              </a:defRPr>
            </a:lvl4pPr>
            <a:lvl5pPr>
              <a:buNone/>
              <a:defRPr sz="3300" b="1">
                <a:solidFill>
                  <a:srgbClr val="182431"/>
                </a:solidFill>
                <a:latin typeface="Arial"/>
                <a:ea typeface="Arial"/>
                <a:cs typeface="Arial"/>
              </a:defRPr>
            </a:lvl5pPr>
            <a:lvl6pPr>
              <a:buNone/>
              <a:defRPr sz="3300" b="1">
                <a:solidFill>
                  <a:srgbClr val="182431"/>
                </a:solidFill>
                <a:latin typeface="Arial"/>
                <a:ea typeface="Arial"/>
                <a:cs typeface="Arial"/>
              </a:defRPr>
            </a:lvl6pPr>
            <a:lvl7pPr>
              <a:buNone/>
              <a:defRPr sz="3300" b="1">
                <a:solidFill>
                  <a:srgbClr val="182431"/>
                </a:solidFill>
                <a:latin typeface="Arial"/>
                <a:ea typeface="Arial"/>
                <a:cs typeface="Arial"/>
              </a:defRPr>
            </a:lvl7pPr>
            <a:lvl8pPr>
              <a:buNone/>
              <a:defRPr sz="3300" b="1">
                <a:solidFill>
                  <a:srgbClr val="182431"/>
                </a:solidFill>
                <a:latin typeface="Arial"/>
                <a:ea typeface="Arial"/>
                <a:cs typeface="Arial"/>
              </a:defRPr>
            </a:lvl8pPr>
            <a:lvl9pPr>
              <a:buNone/>
              <a:defRPr sz="3300" b="1">
                <a:solidFill>
                  <a:srgbClr val="182431"/>
                </a:solidFill>
                <a:latin typeface="Arial"/>
                <a:ea typeface="Arial"/>
                <a:cs typeface="Arial"/>
              </a:defRPr>
            </a:lvl9pPr>
          </a:lstStyle>
          <a:p xmlns:a="http://schemas.openxmlformats.org/drawingml/2006/main">
            <a:pPr>
              <a:buNone/>
              <a:defRPr sz="3300" b="1">
                <a:solidFill>
                  <a:srgbClr val="182431"/>
                </a:solidFill>
                <a:latin typeface="Arial"/>
                <a:ea typeface="Arial"/>
                <a:cs typeface="Arial"/>
              </a:defRPr>
            </a:pPr>
            <a:r>
              <a:rPr sz="3300" b="1">
                <a:solidFill>
                  <a:srgbClr val="182431"/>
                </a:solidFill>
                <a:latin typeface="Arial"/>
                <a:ea typeface="Arial"/>
                <a:cs typeface="Arial"/>
              </a:rPr>
              <a:t>Local SQLite persistence</a:t>
            </a:r>
          </a:p>
        </p:txBody>
      </p:sp>
      <p:pic>
        <p:nvPicPr>
          <p:cNvPr id="2" name="">
            <a:extLst xmlns:a="http://schemas.openxmlformats.org/drawingml/2006/main">
              <a:ext uri="{FF2B5EF4-FFF2-40B4-BE49-F238E27FC236}">
                <a16:creationId xmlns:a16="http://schemas.microsoft.com/office/drawing/2014/main" id="{AAC1420D-9B1F-4F84-8058-B6C9D032A047}"/>
              </a:ext>
            </a:extLst>
          </p:cNvPr>
          <p:cNvPicPr>
            <a:picLocks xmlns:a="http://schemas.openxmlformats.org/drawingml/2006/main" noChangeAspect="1"/>
          </p:cNvPicPr>
          <p:nvPr/>
        </p:nvPicPr>
        <p:blipFill>
          <a:blip xmlns:r="http://schemas.openxmlformats.org/officeDocument/2006/relationships" xmlns:a="http://schemas.openxmlformats.org/drawingml/2006/main" r:embed="R4d20d126d9134195"/>
          <a:stretch xmlns:a="http://schemas.openxmlformats.org/drawingml/2006/main"/>
        </p:blipFill>
        <p:spPr>
          <a:xfrm xmlns:a="http://schemas.openxmlformats.org/drawingml/2006/main">
            <a:off x="1038478" y="1571625"/>
            <a:ext cx="10115044" cy="4762500"/>
          </a:xfrm>
          <a:prstGeom xmlns:a="http://schemas.openxmlformats.org/drawingml/2006/main" prst="rect">
            <a:avLst/>
          </a:prstGeom>
        </p:spPr>
      </p:pic>
    </p:spTree>
    <p:extLst>
      <p:ext uri="{BB962C8B-B14F-4D97-AF65-F5344CB8AC3E}">
        <p14:creationId xmlns:p14="http://schemas.microsoft.com/office/powerpoint/2010/main" val="18055077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A9E8460-F773-4582-80DC-A409D22E99EF}"/>
              </a:ext>
            </a:extLst>
          </p:cNvPr>
          <p:cNvSpPr>
            <a:spLocks xmlns:a="http://schemas.openxmlformats.org/drawingml/2006/main" noGrp="1"/>
          </p:cNvSpPr>
          <p:nvPr/>
        </p:nvSpPr>
        <p:spPr>
          <a:xfrm xmlns:a="http://schemas.openxmlformats.org/drawingml/2006/main">
            <a:off x="609600" y="4191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82431"/>
                </a:solidFill>
                <a:latin typeface="Arial"/>
                <a:ea typeface="Arial"/>
                <a:cs typeface="Arial"/>
              </a:defRPr>
            </a:defPPr>
            <a:lvl1pPr>
              <a:buNone/>
              <a:defRPr sz="3300" b="1">
                <a:solidFill>
                  <a:srgbClr val="182431"/>
                </a:solidFill>
                <a:latin typeface="Arial"/>
                <a:ea typeface="Arial"/>
                <a:cs typeface="Arial"/>
              </a:defRPr>
            </a:lvl1pPr>
            <a:lvl2pPr>
              <a:buNone/>
              <a:defRPr sz="3300" b="1">
                <a:solidFill>
                  <a:srgbClr val="182431"/>
                </a:solidFill>
                <a:latin typeface="Arial"/>
                <a:ea typeface="Arial"/>
                <a:cs typeface="Arial"/>
              </a:defRPr>
            </a:lvl2pPr>
            <a:lvl3pPr>
              <a:buNone/>
              <a:defRPr sz="3300" b="1">
                <a:solidFill>
                  <a:srgbClr val="182431"/>
                </a:solidFill>
                <a:latin typeface="Arial"/>
                <a:ea typeface="Arial"/>
                <a:cs typeface="Arial"/>
              </a:defRPr>
            </a:lvl3pPr>
            <a:lvl4pPr>
              <a:buNone/>
              <a:defRPr sz="3300" b="1">
                <a:solidFill>
                  <a:srgbClr val="182431"/>
                </a:solidFill>
                <a:latin typeface="Arial"/>
                <a:ea typeface="Arial"/>
                <a:cs typeface="Arial"/>
              </a:defRPr>
            </a:lvl4pPr>
            <a:lvl5pPr>
              <a:buNone/>
              <a:defRPr sz="3300" b="1">
                <a:solidFill>
                  <a:srgbClr val="182431"/>
                </a:solidFill>
                <a:latin typeface="Arial"/>
                <a:ea typeface="Arial"/>
                <a:cs typeface="Arial"/>
              </a:defRPr>
            </a:lvl5pPr>
            <a:lvl6pPr>
              <a:buNone/>
              <a:defRPr sz="3300" b="1">
                <a:solidFill>
                  <a:srgbClr val="182431"/>
                </a:solidFill>
                <a:latin typeface="Arial"/>
                <a:ea typeface="Arial"/>
                <a:cs typeface="Arial"/>
              </a:defRPr>
            </a:lvl6pPr>
            <a:lvl7pPr>
              <a:buNone/>
              <a:defRPr sz="3300" b="1">
                <a:solidFill>
                  <a:srgbClr val="182431"/>
                </a:solidFill>
                <a:latin typeface="Arial"/>
                <a:ea typeface="Arial"/>
                <a:cs typeface="Arial"/>
              </a:defRPr>
            </a:lvl7pPr>
            <a:lvl8pPr>
              <a:buNone/>
              <a:defRPr sz="3300" b="1">
                <a:solidFill>
                  <a:srgbClr val="182431"/>
                </a:solidFill>
                <a:latin typeface="Arial"/>
                <a:ea typeface="Arial"/>
                <a:cs typeface="Arial"/>
              </a:defRPr>
            </a:lvl8pPr>
            <a:lvl9pPr>
              <a:buNone/>
              <a:defRPr sz="3300" b="1">
                <a:solidFill>
                  <a:srgbClr val="182431"/>
                </a:solidFill>
                <a:latin typeface="Arial"/>
                <a:ea typeface="Arial"/>
                <a:cs typeface="Arial"/>
              </a:defRPr>
            </a:lvl9pPr>
          </a:lstStyle>
          <a:p xmlns:a="http://schemas.openxmlformats.org/drawingml/2006/main">
            <a:pPr>
              <a:buNone/>
              <a:defRPr sz="3300" b="1">
                <a:solidFill>
                  <a:srgbClr val="182431"/>
                </a:solidFill>
                <a:latin typeface="Arial"/>
                <a:ea typeface="Arial"/>
                <a:cs typeface="Arial"/>
              </a:defRPr>
            </a:pPr>
            <a:r>
              <a:rPr sz="3300" b="1">
                <a:solidFill>
                  <a:srgbClr val="182431"/>
                </a:solidFill>
                <a:latin typeface="Arial"/>
                <a:ea typeface="Arial"/>
                <a:cs typeface="Arial"/>
              </a:rPr>
              <a:t>Task permissions</a:t>
            </a:r>
          </a:p>
        </p:txBody>
      </p:sp>
      <p:sp>
        <p:nvSpPr>
          <p:cNvPr id="2" name="">
            <a:extLst xmlns:a="http://schemas.openxmlformats.org/drawingml/2006/main">
              <a:ext uri="{FF2B5EF4-FFF2-40B4-BE49-F238E27FC236}">
                <a16:creationId xmlns:a16="http://schemas.microsoft.com/office/drawing/2014/main" id="{73A37EB1-0833-49B6-8763-EAB1511E5803}"/>
              </a:ext>
            </a:extLst>
          </p:cNvPr>
          <p:cNvSpPr>
            <a:spLocks xmlns:a="http://schemas.openxmlformats.org/drawingml/2006/main" noGrp="1"/>
          </p:cNvSpPr>
          <p:nvPr/>
        </p:nvSpPr>
        <p:spPr>
          <a:xfrm xmlns:a="http://schemas.openxmlformats.org/drawingml/2006/main">
            <a:off x="685800" y="163830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82431"/>
                </a:solidFill>
                <a:latin typeface="Arial"/>
                <a:ea typeface="Arial"/>
                <a:cs typeface="Arial"/>
              </a:defRPr>
            </a:defPPr>
            <a:lvl1pPr>
              <a:buNone/>
              <a:defRPr sz="2250" b="0">
                <a:solidFill>
                  <a:srgbClr val="182431"/>
                </a:solidFill>
                <a:latin typeface="Arial"/>
                <a:ea typeface="Arial"/>
                <a:cs typeface="Arial"/>
              </a:defRPr>
            </a:lvl1pPr>
            <a:lvl2pPr>
              <a:buNone/>
              <a:defRPr sz="2250" b="0">
                <a:solidFill>
                  <a:srgbClr val="182431"/>
                </a:solidFill>
                <a:latin typeface="Arial"/>
                <a:ea typeface="Arial"/>
                <a:cs typeface="Arial"/>
              </a:defRPr>
            </a:lvl2pPr>
            <a:lvl3pPr>
              <a:buNone/>
              <a:defRPr sz="2250" b="0">
                <a:solidFill>
                  <a:srgbClr val="182431"/>
                </a:solidFill>
                <a:latin typeface="Arial"/>
                <a:ea typeface="Arial"/>
                <a:cs typeface="Arial"/>
              </a:defRPr>
            </a:lvl3pPr>
            <a:lvl4pPr>
              <a:buNone/>
              <a:defRPr sz="2250" b="0">
                <a:solidFill>
                  <a:srgbClr val="182431"/>
                </a:solidFill>
                <a:latin typeface="Arial"/>
                <a:ea typeface="Arial"/>
                <a:cs typeface="Arial"/>
              </a:defRPr>
            </a:lvl4pPr>
            <a:lvl5pPr>
              <a:buNone/>
              <a:defRPr sz="2250" b="0">
                <a:solidFill>
                  <a:srgbClr val="182431"/>
                </a:solidFill>
                <a:latin typeface="Arial"/>
                <a:ea typeface="Arial"/>
                <a:cs typeface="Arial"/>
              </a:defRPr>
            </a:lvl5pPr>
            <a:lvl6pPr>
              <a:buNone/>
              <a:defRPr sz="2250" b="0">
                <a:solidFill>
                  <a:srgbClr val="182431"/>
                </a:solidFill>
                <a:latin typeface="Arial"/>
                <a:ea typeface="Arial"/>
                <a:cs typeface="Arial"/>
              </a:defRPr>
            </a:lvl6pPr>
            <a:lvl7pPr>
              <a:buNone/>
              <a:defRPr sz="2250" b="0">
                <a:solidFill>
                  <a:srgbClr val="182431"/>
                </a:solidFill>
                <a:latin typeface="Arial"/>
                <a:ea typeface="Arial"/>
                <a:cs typeface="Arial"/>
              </a:defRPr>
            </a:lvl7pPr>
            <a:lvl8pPr>
              <a:buNone/>
              <a:defRPr sz="2250" b="0">
                <a:solidFill>
                  <a:srgbClr val="182431"/>
                </a:solidFill>
                <a:latin typeface="Arial"/>
                <a:ea typeface="Arial"/>
                <a:cs typeface="Arial"/>
              </a:defRPr>
            </a:lvl8pPr>
            <a:lvl9pPr>
              <a:buNone/>
              <a:defRPr sz="2250" b="0">
                <a:solidFill>
                  <a:srgbClr val="182431"/>
                </a:solidFill>
                <a:latin typeface="Arial"/>
                <a:ea typeface="Arial"/>
                <a:cs typeface="Arial"/>
              </a:defRPr>
            </a:lvl9pPr>
          </a:lstStyle>
          <a:p xmlns:a="http://schemas.openxmlformats.org/drawingml/2006/main">
            <a:pPr>
              <a:buNone/>
              <a:defRPr sz="2250" b="0">
                <a:solidFill>
                  <a:srgbClr val="182431"/>
                </a:solidFill>
                <a:latin typeface="Arial"/>
                <a:ea typeface="Arial"/>
                <a:cs typeface="Arial"/>
              </a:defRPr>
            </a:pPr>
            <a:r>
              <a:rPr sz="2250" b="0">
                <a:solidFill>
                  <a:srgbClr val="182431"/>
                </a:solidFill>
                <a:latin typeface="Arial"/>
                <a:ea typeface="Arial"/>
                <a:cs typeface="Arial"/>
              </a:rPr>
              <a:t>Creator: edit, delete, assign, and remove assignment.</a:t>
            </a:r>
          </a:p>
        </p:txBody>
      </p:sp>
      <p:sp>
        <p:nvSpPr>
          <p:cNvPr id="3" name="">
            <a:extLst xmlns:a="http://schemas.openxmlformats.org/drawingml/2006/main">
              <a:ext uri="{FF2B5EF4-FFF2-40B4-BE49-F238E27FC236}">
                <a16:creationId xmlns:a16="http://schemas.microsoft.com/office/drawing/2014/main" id="{D92B57A8-C445-4EE7-933C-9393D5204D78}"/>
              </a:ext>
            </a:extLst>
          </p:cNvPr>
          <p:cNvSpPr>
            <a:spLocks xmlns:a="http://schemas.openxmlformats.org/drawingml/2006/main" noGrp="1"/>
          </p:cNvSpPr>
          <p:nvPr/>
        </p:nvSpPr>
        <p:spPr>
          <a:xfrm xmlns:a="http://schemas.openxmlformats.org/drawingml/2006/main">
            <a:off x="685800" y="2505075"/>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82431"/>
                </a:solidFill>
                <a:latin typeface="Arial"/>
                <a:ea typeface="Arial"/>
                <a:cs typeface="Arial"/>
              </a:defRPr>
            </a:defPPr>
            <a:lvl1pPr>
              <a:buNone/>
              <a:defRPr sz="2250" b="0">
                <a:solidFill>
                  <a:srgbClr val="182431"/>
                </a:solidFill>
                <a:latin typeface="Arial"/>
                <a:ea typeface="Arial"/>
                <a:cs typeface="Arial"/>
              </a:defRPr>
            </a:lvl1pPr>
            <a:lvl2pPr>
              <a:buNone/>
              <a:defRPr sz="2250" b="0">
                <a:solidFill>
                  <a:srgbClr val="182431"/>
                </a:solidFill>
                <a:latin typeface="Arial"/>
                <a:ea typeface="Arial"/>
                <a:cs typeface="Arial"/>
              </a:defRPr>
            </a:lvl2pPr>
            <a:lvl3pPr>
              <a:buNone/>
              <a:defRPr sz="2250" b="0">
                <a:solidFill>
                  <a:srgbClr val="182431"/>
                </a:solidFill>
                <a:latin typeface="Arial"/>
                <a:ea typeface="Arial"/>
                <a:cs typeface="Arial"/>
              </a:defRPr>
            </a:lvl3pPr>
            <a:lvl4pPr>
              <a:buNone/>
              <a:defRPr sz="2250" b="0">
                <a:solidFill>
                  <a:srgbClr val="182431"/>
                </a:solidFill>
                <a:latin typeface="Arial"/>
                <a:ea typeface="Arial"/>
                <a:cs typeface="Arial"/>
              </a:defRPr>
            </a:lvl4pPr>
            <a:lvl5pPr>
              <a:buNone/>
              <a:defRPr sz="2250" b="0">
                <a:solidFill>
                  <a:srgbClr val="182431"/>
                </a:solidFill>
                <a:latin typeface="Arial"/>
                <a:ea typeface="Arial"/>
                <a:cs typeface="Arial"/>
              </a:defRPr>
            </a:lvl5pPr>
            <a:lvl6pPr>
              <a:buNone/>
              <a:defRPr sz="2250" b="0">
                <a:solidFill>
                  <a:srgbClr val="182431"/>
                </a:solidFill>
                <a:latin typeface="Arial"/>
                <a:ea typeface="Arial"/>
                <a:cs typeface="Arial"/>
              </a:defRPr>
            </a:lvl6pPr>
            <a:lvl7pPr>
              <a:buNone/>
              <a:defRPr sz="2250" b="0">
                <a:solidFill>
                  <a:srgbClr val="182431"/>
                </a:solidFill>
                <a:latin typeface="Arial"/>
                <a:ea typeface="Arial"/>
                <a:cs typeface="Arial"/>
              </a:defRPr>
            </a:lvl7pPr>
            <a:lvl8pPr>
              <a:buNone/>
              <a:defRPr sz="2250" b="0">
                <a:solidFill>
                  <a:srgbClr val="182431"/>
                </a:solidFill>
                <a:latin typeface="Arial"/>
                <a:ea typeface="Arial"/>
                <a:cs typeface="Arial"/>
              </a:defRPr>
            </a:lvl8pPr>
            <a:lvl9pPr>
              <a:buNone/>
              <a:defRPr sz="2250" b="0">
                <a:solidFill>
                  <a:srgbClr val="182431"/>
                </a:solidFill>
                <a:latin typeface="Arial"/>
                <a:ea typeface="Arial"/>
                <a:cs typeface="Arial"/>
              </a:defRPr>
            </a:lvl9pPr>
          </a:lstStyle>
          <a:p xmlns:a="http://schemas.openxmlformats.org/drawingml/2006/main">
            <a:pPr>
              <a:buNone/>
              <a:defRPr sz="2250" b="0">
                <a:solidFill>
                  <a:srgbClr val="182431"/>
                </a:solidFill>
                <a:latin typeface="Arial"/>
                <a:ea typeface="Arial"/>
                <a:cs typeface="Arial"/>
              </a:defRPr>
            </a:pPr>
            <a:r>
              <a:rPr sz="2250" b="0">
                <a:solidFill>
                  <a:srgbClr val="182431"/>
                </a:solidFill>
                <a:latin typeface="Arial"/>
                <a:ea typeface="Arial"/>
                <a:cs typeface="Arial"/>
              </a:rPr>
              <a:t>Creator or assignee: complete and reopen a task.</a:t>
            </a:r>
          </a:p>
        </p:txBody>
      </p:sp>
      <p:sp>
        <p:nvSpPr>
          <p:cNvPr id="4" name="">
            <a:extLst xmlns:a="http://schemas.openxmlformats.org/drawingml/2006/main">
              <a:ext uri="{FF2B5EF4-FFF2-40B4-BE49-F238E27FC236}">
                <a16:creationId xmlns:a16="http://schemas.microsoft.com/office/drawing/2014/main" id="{EC3FFE48-3170-4A01-BEA9-7D2CFFDA2094}"/>
              </a:ext>
            </a:extLst>
          </p:cNvPr>
          <p:cNvSpPr>
            <a:spLocks xmlns:a="http://schemas.openxmlformats.org/drawingml/2006/main" noGrp="1"/>
          </p:cNvSpPr>
          <p:nvPr/>
        </p:nvSpPr>
        <p:spPr>
          <a:xfrm xmlns:a="http://schemas.openxmlformats.org/drawingml/2006/main">
            <a:off x="685800" y="337185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82431"/>
                </a:solidFill>
                <a:latin typeface="Arial"/>
                <a:ea typeface="Arial"/>
                <a:cs typeface="Arial"/>
              </a:defRPr>
            </a:defPPr>
            <a:lvl1pPr>
              <a:buNone/>
              <a:defRPr sz="2250" b="0">
                <a:solidFill>
                  <a:srgbClr val="182431"/>
                </a:solidFill>
                <a:latin typeface="Arial"/>
                <a:ea typeface="Arial"/>
                <a:cs typeface="Arial"/>
              </a:defRPr>
            </a:lvl1pPr>
            <a:lvl2pPr>
              <a:buNone/>
              <a:defRPr sz="2250" b="0">
                <a:solidFill>
                  <a:srgbClr val="182431"/>
                </a:solidFill>
                <a:latin typeface="Arial"/>
                <a:ea typeface="Arial"/>
                <a:cs typeface="Arial"/>
              </a:defRPr>
            </a:lvl2pPr>
            <a:lvl3pPr>
              <a:buNone/>
              <a:defRPr sz="2250" b="0">
                <a:solidFill>
                  <a:srgbClr val="182431"/>
                </a:solidFill>
                <a:latin typeface="Arial"/>
                <a:ea typeface="Arial"/>
                <a:cs typeface="Arial"/>
              </a:defRPr>
            </a:lvl3pPr>
            <a:lvl4pPr>
              <a:buNone/>
              <a:defRPr sz="2250" b="0">
                <a:solidFill>
                  <a:srgbClr val="182431"/>
                </a:solidFill>
                <a:latin typeface="Arial"/>
                <a:ea typeface="Arial"/>
                <a:cs typeface="Arial"/>
              </a:defRPr>
            </a:lvl4pPr>
            <a:lvl5pPr>
              <a:buNone/>
              <a:defRPr sz="2250" b="0">
                <a:solidFill>
                  <a:srgbClr val="182431"/>
                </a:solidFill>
                <a:latin typeface="Arial"/>
                <a:ea typeface="Arial"/>
                <a:cs typeface="Arial"/>
              </a:defRPr>
            </a:lvl5pPr>
            <a:lvl6pPr>
              <a:buNone/>
              <a:defRPr sz="2250" b="0">
                <a:solidFill>
                  <a:srgbClr val="182431"/>
                </a:solidFill>
                <a:latin typeface="Arial"/>
                <a:ea typeface="Arial"/>
                <a:cs typeface="Arial"/>
              </a:defRPr>
            </a:lvl6pPr>
            <a:lvl7pPr>
              <a:buNone/>
              <a:defRPr sz="2250" b="0">
                <a:solidFill>
                  <a:srgbClr val="182431"/>
                </a:solidFill>
                <a:latin typeface="Arial"/>
                <a:ea typeface="Arial"/>
                <a:cs typeface="Arial"/>
              </a:defRPr>
            </a:lvl7pPr>
            <a:lvl8pPr>
              <a:buNone/>
              <a:defRPr sz="2250" b="0">
                <a:solidFill>
                  <a:srgbClr val="182431"/>
                </a:solidFill>
                <a:latin typeface="Arial"/>
                <a:ea typeface="Arial"/>
                <a:cs typeface="Arial"/>
              </a:defRPr>
            </a:lvl8pPr>
            <a:lvl9pPr>
              <a:buNone/>
              <a:defRPr sz="2250" b="0">
                <a:solidFill>
                  <a:srgbClr val="182431"/>
                </a:solidFill>
                <a:latin typeface="Arial"/>
                <a:ea typeface="Arial"/>
                <a:cs typeface="Arial"/>
              </a:defRPr>
            </a:lvl9pPr>
          </a:lstStyle>
          <a:p xmlns:a="http://schemas.openxmlformats.org/drawingml/2006/main">
            <a:pPr>
              <a:buNone/>
              <a:defRPr sz="2250" b="0">
                <a:solidFill>
                  <a:srgbClr val="182431"/>
                </a:solidFill>
                <a:latin typeface="Arial"/>
                <a:ea typeface="Arial"/>
                <a:cs typeface="Arial"/>
              </a:defRPr>
            </a:pPr>
            <a:r>
              <a:rPr sz="2250" b="0">
                <a:solidFill>
                  <a:srgbClr val="182431"/>
                </a:solidFill>
                <a:latin typeface="Arial"/>
                <a:ea typeface="Arial"/>
                <a:cs typeface="Arial"/>
              </a:rPr>
              <a:t>Unrelated account: task excluded from its dashboard.</a:t>
            </a:r>
          </a:p>
        </p:txBody>
      </p:sp>
      <p:sp>
        <p:nvSpPr>
          <p:cNvPr id="5" name="">
            <a:extLst xmlns:a="http://schemas.openxmlformats.org/drawingml/2006/main">
              <a:ext uri="{FF2B5EF4-FFF2-40B4-BE49-F238E27FC236}">
                <a16:creationId xmlns:a16="http://schemas.microsoft.com/office/drawing/2014/main" id="{6084504E-79B2-47AA-86F1-955FE0F29AF9}"/>
              </a:ext>
            </a:extLst>
          </p:cNvPr>
          <p:cNvSpPr>
            <a:spLocks xmlns:a="http://schemas.openxmlformats.org/drawingml/2006/main" noGrp="1"/>
          </p:cNvSpPr>
          <p:nvPr/>
        </p:nvSpPr>
        <p:spPr>
          <a:xfrm xmlns:a="http://schemas.openxmlformats.org/drawingml/2006/main">
            <a:off x="685800" y="4238625"/>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82431"/>
                </a:solidFill>
                <a:latin typeface="Arial"/>
                <a:ea typeface="Arial"/>
                <a:cs typeface="Arial"/>
              </a:defRPr>
            </a:defPPr>
            <a:lvl1pPr>
              <a:buNone/>
              <a:defRPr sz="2250" b="0">
                <a:solidFill>
                  <a:srgbClr val="182431"/>
                </a:solidFill>
                <a:latin typeface="Arial"/>
                <a:ea typeface="Arial"/>
                <a:cs typeface="Arial"/>
              </a:defRPr>
            </a:lvl1pPr>
            <a:lvl2pPr>
              <a:buNone/>
              <a:defRPr sz="2250" b="0">
                <a:solidFill>
                  <a:srgbClr val="182431"/>
                </a:solidFill>
                <a:latin typeface="Arial"/>
                <a:ea typeface="Arial"/>
                <a:cs typeface="Arial"/>
              </a:defRPr>
            </a:lvl2pPr>
            <a:lvl3pPr>
              <a:buNone/>
              <a:defRPr sz="2250" b="0">
                <a:solidFill>
                  <a:srgbClr val="182431"/>
                </a:solidFill>
                <a:latin typeface="Arial"/>
                <a:ea typeface="Arial"/>
                <a:cs typeface="Arial"/>
              </a:defRPr>
            </a:lvl3pPr>
            <a:lvl4pPr>
              <a:buNone/>
              <a:defRPr sz="2250" b="0">
                <a:solidFill>
                  <a:srgbClr val="182431"/>
                </a:solidFill>
                <a:latin typeface="Arial"/>
                <a:ea typeface="Arial"/>
                <a:cs typeface="Arial"/>
              </a:defRPr>
            </a:lvl4pPr>
            <a:lvl5pPr>
              <a:buNone/>
              <a:defRPr sz="2250" b="0">
                <a:solidFill>
                  <a:srgbClr val="182431"/>
                </a:solidFill>
                <a:latin typeface="Arial"/>
                <a:ea typeface="Arial"/>
                <a:cs typeface="Arial"/>
              </a:defRPr>
            </a:lvl5pPr>
            <a:lvl6pPr>
              <a:buNone/>
              <a:defRPr sz="2250" b="0">
                <a:solidFill>
                  <a:srgbClr val="182431"/>
                </a:solidFill>
                <a:latin typeface="Arial"/>
                <a:ea typeface="Arial"/>
                <a:cs typeface="Arial"/>
              </a:defRPr>
            </a:lvl6pPr>
            <a:lvl7pPr>
              <a:buNone/>
              <a:defRPr sz="2250" b="0">
                <a:solidFill>
                  <a:srgbClr val="182431"/>
                </a:solidFill>
                <a:latin typeface="Arial"/>
                <a:ea typeface="Arial"/>
                <a:cs typeface="Arial"/>
              </a:defRPr>
            </a:lvl7pPr>
            <a:lvl8pPr>
              <a:buNone/>
              <a:defRPr sz="2250" b="0">
                <a:solidFill>
                  <a:srgbClr val="182431"/>
                </a:solidFill>
                <a:latin typeface="Arial"/>
                <a:ea typeface="Arial"/>
                <a:cs typeface="Arial"/>
              </a:defRPr>
            </a:lvl8pPr>
            <a:lvl9pPr>
              <a:buNone/>
              <a:defRPr sz="2250" b="0">
                <a:solidFill>
                  <a:srgbClr val="182431"/>
                </a:solidFill>
                <a:latin typeface="Arial"/>
                <a:ea typeface="Arial"/>
                <a:cs typeface="Arial"/>
              </a:defRPr>
            </a:lvl9pPr>
          </a:lstStyle>
          <a:p xmlns:a="http://schemas.openxmlformats.org/drawingml/2006/main">
            <a:pPr>
              <a:buNone/>
              <a:defRPr sz="2250" b="0">
                <a:solidFill>
                  <a:srgbClr val="182431"/>
                </a:solidFill>
                <a:latin typeface="Arial"/>
                <a:ea typeface="Arial"/>
                <a:cs typeface="Arial"/>
              </a:defRPr>
            </a:pPr>
            <a:r>
              <a:rPr sz="2250" b="0">
                <a:solidFill>
                  <a:srgbClr val="182431"/>
                </a:solidFill>
                <a:latin typeface="Arial"/>
                <a:ea typeface="Arial"/>
                <a:cs typeface="Arial"/>
              </a:rPr>
              <a:t>Logged-out account: controller rejects task operations.</a:t>
            </a:r>
          </a:p>
        </p:txBody>
      </p:sp>
    </p:spTree>
    <p:extLst>
      <p:ext uri="{BB962C8B-B14F-4D97-AF65-F5344CB8AC3E}">
        <p14:creationId xmlns:p14="http://schemas.microsoft.com/office/powerpoint/2010/main" val="9519337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3F1A661-EFA0-4021-B789-2170926D66A4}"/>
              </a:ext>
            </a:extLst>
          </p:cNvPr>
          <p:cNvSpPr>
            <a:spLocks xmlns:a="http://schemas.openxmlformats.org/drawingml/2006/main" noGrp="1"/>
          </p:cNvSpPr>
          <p:nvPr/>
        </p:nvSpPr>
        <p:spPr>
          <a:xfrm xmlns:a="http://schemas.openxmlformats.org/drawingml/2006/main">
            <a:off x="609600" y="4191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82431"/>
                </a:solidFill>
                <a:latin typeface="Arial"/>
                <a:ea typeface="Arial"/>
                <a:cs typeface="Arial"/>
              </a:defRPr>
            </a:defPPr>
            <a:lvl1pPr>
              <a:buNone/>
              <a:defRPr sz="3300" b="1">
                <a:solidFill>
                  <a:srgbClr val="182431"/>
                </a:solidFill>
                <a:latin typeface="Arial"/>
                <a:ea typeface="Arial"/>
                <a:cs typeface="Arial"/>
              </a:defRPr>
            </a:lvl1pPr>
            <a:lvl2pPr>
              <a:buNone/>
              <a:defRPr sz="3300" b="1">
                <a:solidFill>
                  <a:srgbClr val="182431"/>
                </a:solidFill>
                <a:latin typeface="Arial"/>
                <a:ea typeface="Arial"/>
                <a:cs typeface="Arial"/>
              </a:defRPr>
            </a:lvl2pPr>
            <a:lvl3pPr>
              <a:buNone/>
              <a:defRPr sz="3300" b="1">
                <a:solidFill>
                  <a:srgbClr val="182431"/>
                </a:solidFill>
                <a:latin typeface="Arial"/>
                <a:ea typeface="Arial"/>
                <a:cs typeface="Arial"/>
              </a:defRPr>
            </a:lvl3pPr>
            <a:lvl4pPr>
              <a:buNone/>
              <a:defRPr sz="3300" b="1">
                <a:solidFill>
                  <a:srgbClr val="182431"/>
                </a:solidFill>
                <a:latin typeface="Arial"/>
                <a:ea typeface="Arial"/>
                <a:cs typeface="Arial"/>
              </a:defRPr>
            </a:lvl4pPr>
            <a:lvl5pPr>
              <a:buNone/>
              <a:defRPr sz="3300" b="1">
                <a:solidFill>
                  <a:srgbClr val="182431"/>
                </a:solidFill>
                <a:latin typeface="Arial"/>
                <a:ea typeface="Arial"/>
                <a:cs typeface="Arial"/>
              </a:defRPr>
            </a:lvl5pPr>
            <a:lvl6pPr>
              <a:buNone/>
              <a:defRPr sz="3300" b="1">
                <a:solidFill>
                  <a:srgbClr val="182431"/>
                </a:solidFill>
                <a:latin typeface="Arial"/>
                <a:ea typeface="Arial"/>
                <a:cs typeface="Arial"/>
              </a:defRPr>
            </a:lvl6pPr>
            <a:lvl7pPr>
              <a:buNone/>
              <a:defRPr sz="3300" b="1">
                <a:solidFill>
                  <a:srgbClr val="182431"/>
                </a:solidFill>
                <a:latin typeface="Arial"/>
                <a:ea typeface="Arial"/>
                <a:cs typeface="Arial"/>
              </a:defRPr>
            </a:lvl7pPr>
            <a:lvl8pPr>
              <a:buNone/>
              <a:defRPr sz="3300" b="1">
                <a:solidFill>
                  <a:srgbClr val="182431"/>
                </a:solidFill>
                <a:latin typeface="Arial"/>
                <a:ea typeface="Arial"/>
                <a:cs typeface="Arial"/>
              </a:defRPr>
            </a:lvl8pPr>
            <a:lvl9pPr>
              <a:buNone/>
              <a:defRPr sz="3300" b="1">
                <a:solidFill>
                  <a:srgbClr val="182431"/>
                </a:solidFill>
                <a:latin typeface="Arial"/>
                <a:ea typeface="Arial"/>
                <a:cs typeface="Arial"/>
              </a:defRPr>
            </a:lvl9pPr>
          </a:lstStyle>
          <a:p xmlns:a="http://schemas.openxmlformats.org/drawingml/2006/main">
            <a:pPr>
              <a:buNone/>
              <a:defRPr sz="3300" b="1">
                <a:solidFill>
                  <a:srgbClr val="182431"/>
                </a:solidFill>
                <a:latin typeface="Arial"/>
                <a:ea typeface="Arial"/>
                <a:cs typeface="Arial"/>
              </a:defRPr>
            </a:pPr>
            <a:r>
              <a:rPr sz="3300" b="1">
                <a:solidFill>
                  <a:srgbClr val="182431"/>
                </a:solidFill>
                <a:latin typeface="Arial"/>
                <a:ea typeface="Arial"/>
                <a:cs typeface="Arial"/>
              </a:rPr>
              <a:t>Verification results</a:t>
            </a:r>
          </a:p>
        </p:txBody>
      </p:sp>
      <p:sp>
        <p:nvSpPr>
          <p:cNvPr id="2" name="">
            <a:extLst xmlns:a="http://schemas.openxmlformats.org/drawingml/2006/main">
              <a:ext uri="{FF2B5EF4-FFF2-40B4-BE49-F238E27FC236}">
                <a16:creationId xmlns:a16="http://schemas.microsoft.com/office/drawing/2014/main" id="{A155DCDD-0476-42DA-86DB-8FB0BB30C099}"/>
              </a:ext>
            </a:extLst>
          </p:cNvPr>
          <p:cNvSpPr>
            <a:spLocks xmlns:a="http://schemas.openxmlformats.org/drawingml/2006/main" noGrp="1"/>
          </p:cNvSpPr>
          <p:nvPr/>
        </p:nvSpPr>
        <p:spPr>
          <a:xfrm xmlns:a="http://schemas.openxmlformats.org/drawingml/2006/main">
            <a:off x="685800" y="163830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82431"/>
                </a:solidFill>
                <a:latin typeface="Arial"/>
                <a:ea typeface="Arial"/>
                <a:cs typeface="Arial"/>
              </a:defRPr>
            </a:defPPr>
            <a:lvl1pPr>
              <a:buNone/>
              <a:defRPr sz="2250" b="0">
                <a:solidFill>
                  <a:srgbClr val="182431"/>
                </a:solidFill>
                <a:latin typeface="Arial"/>
                <a:ea typeface="Arial"/>
                <a:cs typeface="Arial"/>
              </a:defRPr>
            </a:lvl1pPr>
            <a:lvl2pPr>
              <a:buNone/>
              <a:defRPr sz="2250" b="0">
                <a:solidFill>
                  <a:srgbClr val="182431"/>
                </a:solidFill>
                <a:latin typeface="Arial"/>
                <a:ea typeface="Arial"/>
                <a:cs typeface="Arial"/>
              </a:defRPr>
            </a:lvl2pPr>
            <a:lvl3pPr>
              <a:buNone/>
              <a:defRPr sz="2250" b="0">
                <a:solidFill>
                  <a:srgbClr val="182431"/>
                </a:solidFill>
                <a:latin typeface="Arial"/>
                <a:ea typeface="Arial"/>
                <a:cs typeface="Arial"/>
              </a:defRPr>
            </a:lvl3pPr>
            <a:lvl4pPr>
              <a:buNone/>
              <a:defRPr sz="2250" b="0">
                <a:solidFill>
                  <a:srgbClr val="182431"/>
                </a:solidFill>
                <a:latin typeface="Arial"/>
                <a:ea typeface="Arial"/>
                <a:cs typeface="Arial"/>
              </a:defRPr>
            </a:lvl4pPr>
            <a:lvl5pPr>
              <a:buNone/>
              <a:defRPr sz="2250" b="0">
                <a:solidFill>
                  <a:srgbClr val="182431"/>
                </a:solidFill>
                <a:latin typeface="Arial"/>
                <a:ea typeface="Arial"/>
                <a:cs typeface="Arial"/>
              </a:defRPr>
            </a:lvl5pPr>
            <a:lvl6pPr>
              <a:buNone/>
              <a:defRPr sz="2250" b="0">
                <a:solidFill>
                  <a:srgbClr val="182431"/>
                </a:solidFill>
                <a:latin typeface="Arial"/>
                <a:ea typeface="Arial"/>
                <a:cs typeface="Arial"/>
              </a:defRPr>
            </a:lvl6pPr>
            <a:lvl7pPr>
              <a:buNone/>
              <a:defRPr sz="2250" b="0">
                <a:solidFill>
                  <a:srgbClr val="182431"/>
                </a:solidFill>
                <a:latin typeface="Arial"/>
                <a:ea typeface="Arial"/>
                <a:cs typeface="Arial"/>
              </a:defRPr>
            </a:lvl7pPr>
            <a:lvl8pPr>
              <a:buNone/>
              <a:defRPr sz="2250" b="0">
                <a:solidFill>
                  <a:srgbClr val="182431"/>
                </a:solidFill>
                <a:latin typeface="Arial"/>
                <a:ea typeface="Arial"/>
                <a:cs typeface="Arial"/>
              </a:defRPr>
            </a:lvl8pPr>
            <a:lvl9pPr>
              <a:buNone/>
              <a:defRPr sz="2250" b="0">
                <a:solidFill>
                  <a:srgbClr val="182431"/>
                </a:solidFill>
                <a:latin typeface="Arial"/>
                <a:ea typeface="Arial"/>
                <a:cs typeface="Arial"/>
              </a:defRPr>
            </a:lvl9pPr>
          </a:lstStyle>
          <a:p xmlns:a="http://schemas.openxmlformats.org/drawingml/2006/main">
            <a:pPr>
              <a:buNone/>
              <a:defRPr sz="2250" b="0">
                <a:solidFill>
                  <a:srgbClr val="182431"/>
                </a:solidFill>
                <a:latin typeface="Arial"/>
                <a:ea typeface="Arial"/>
                <a:cs typeface="Arial"/>
              </a:defRPr>
            </a:pPr>
            <a:r>
              <a:rPr sz="2250" b="0">
                <a:solidFill>
                  <a:srgbClr val="182431"/>
                </a:solidFill>
                <a:latin typeface="Arial"/>
                <a:ea typeface="Arial"/>
                <a:cs typeface="Arial"/>
              </a:rPr>
              <a:t>28 of 28 JUnit 5 tests passed in Eclipse.</a:t>
            </a:r>
          </a:p>
        </p:txBody>
      </p:sp>
      <p:sp>
        <p:nvSpPr>
          <p:cNvPr id="3" name="">
            <a:extLst xmlns:a="http://schemas.openxmlformats.org/drawingml/2006/main">
              <a:ext uri="{FF2B5EF4-FFF2-40B4-BE49-F238E27FC236}">
                <a16:creationId xmlns:a16="http://schemas.microsoft.com/office/drawing/2014/main" id="{93B6CED1-324B-473A-9928-4728233FF1BA}"/>
              </a:ext>
            </a:extLst>
          </p:cNvPr>
          <p:cNvSpPr>
            <a:spLocks xmlns:a="http://schemas.openxmlformats.org/drawingml/2006/main" noGrp="1"/>
          </p:cNvSpPr>
          <p:nvPr/>
        </p:nvSpPr>
        <p:spPr>
          <a:xfrm xmlns:a="http://schemas.openxmlformats.org/drawingml/2006/main">
            <a:off x="685800" y="2505075"/>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82431"/>
                </a:solidFill>
                <a:latin typeface="Arial"/>
                <a:ea typeface="Arial"/>
                <a:cs typeface="Arial"/>
              </a:defRPr>
            </a:defPPr>
            <a:lvl1pPr>
              <a:buNone/>
              <a:defRPr sz="2250" b="0">
                <a:solidFill>
                  <a:srgbClr val="182431"/>
                </a:solidFill>
                <a:latin typeface="Arial"/>
                <a:ea typeface="Arial"/>
                <a:cs typeface="Arial"/>
              </a:defRPr>
            </a:lvl1pPr>
            <a:lvl2pPr>
              <a:buNone/>
              <a:defRPr sz="2250" b="0">
                <a:solidFill>
                  <a:srgbClr val="182431"/>
                </a:solidFill>
                <a:latin typeface="Arial"/>
                <a:ea typeface="Arial"/>
                <a:cs typeface="Arial"/>
              </a:defRPr>
            </a:lvl2pPr>
            <a:lvl3pPr>
              <a:buNone/>
              <a:defRPr sz="2250" b="0">
                <a:solidFill>
                  <a:srgbClr val="182431"/>
                </a:solidFill>
                <a:latin typeface="Arial"/>
                <a:ea typeface="Arial"/>
                <a:cs typeface="Arial"/>
              </a:defRPr>
            </a:lvl3pPr>
            <a:lvl4pPr>
              <a:buNone/>
              <a:defRPr sz="2250" b="0">
                <a:solidFill>
                  <a:srgbClr val="182431"/>
                </a:solidFill>
                <a:latin typeface="Arial"/>
                <a:ea typeface="Arial"/>
                <a:cs typeface="Arial"/>
              </a:defRPr>
            </a:lvl4pPr>
            <a:lvl5pPr>
              <a:buNone/>
              <a:defRPr sz="2250" b="0">
                <a:solidFill>
                  <a:srgbClr val="182431"/>
                </a:solidFill>
                <a:latin typeface="Arial"/>
                <a:ea typeface="Arial"/>
                <a:cs typeface="Arial"/>
              </a:defRPr>
            </a:lvl5pPr>
            <a:lvl6pPr>
              <a:buNone/>
              <a:defRPr sz="2250" b="0">
                <a:solidFill>
                  <a:srgbClr val="182431"/>
                </a:solidFill>
                <a:latin typeface="Arial"/>
                <a:ea typeface="Arial"/>
                <a:cs typeface="Arial"/>
              </a:defRPr>
            </a:lvl6pPr>
            <a:lvl7pPr>
              <a:buNone/>
              <a:defRPr sz="2250" b="0">
                <a:solidFill>
                  <a:srgbClr val="182431"/>
                </a:solidFill>
                <a:latin typeface="Arial"/>
                <a:ea typeface="Arial"/>
                <a:cs typeface="Arial"/>
              </a:defRPr>
            </a:lvl7pPr>
            <a:lvl8pPr>
              <a:buNone/>
              <a:defRPr sz="2250" b="0">
                <a:solidFill>
                  <a:srgbClr val="182431"/>
                </a:solidFill>
                <a:latin typeface="Arial"/>
                <a:ea typeface="Arial"/>
                <a:cs typeface="Arial"/>
              </a:defRPr>
            </a:lvl8pPr>
            <a:lvl9pPr>
              <a:buNone/>
              <a:defRPr sz="2250" b="0">
                <a:solidFill>
                  <a:srgbClr val="182431"/>
                </a:solidFill>
                <a:latin typeface="Arial"/>
                <a:ea typeface="Arial"/>
                <a:cs typeface="Arial"/>
              </a:defRPr>
            </a:lvl9pPr>
          </a:lstStyle>
          <a:p xmlns:a="http://schemas.openxmlformats.org/drawingml/2006/main">
            <a:pPr>
              <a:buNone/>
              <a:defRPr sz="2250" b="0">
                <a:solidFill>
                  <a:srgbClr val="182431"/>
                </a:solidFill>
                <a:latin typeface="Arial"/>
                <a:ea typeface="Arial"/>
                <a:cs typeface="Arial"/>
              </a:defRPr>
            </a:pPr>
            <a:r>
              <a:rPr sz="2250" b="0">
                <a:solidFill>
                  <a:srgbClr val="182431"/>
                </a:solidFill>
                <a:latin typeface="Arial"/>
                <a:ea typeface="Arial"/>
                <a:cs typeface="Arial"/>
              </a:rPr>
              <a:t>0 errors and 0 failures, elapsed time 0.444 seconds.</a:t>
            </a:r>
          </a:p>
        </p:txBody>
      </p:sp>
      <p:sp>
        <p:nvSpPr>
          <p:cNvPr id="4" name="">
            <a:extLst xmlns:a="http://schemas.openxmlformats.org/drawingml/2006/main">
              <a:ext uri="{FF2B5EF4-FFF2-40B4-BE49-F238E27FC236}">
                <a16:creationId xmlns:a16="http://schemas.microsoft.com/office/drawing/2014/main" id="{5C5C2A0E-256E-4122-B8A2-A79F4220710C}"/>
              </a:ext>
            </a:extLst>
          </p:cNvPr>
          <p:cNvSpPr>
            <a:spLocks xmlns:a="http://schemas.openxmlformats.org/drawingml/2006/main" noGrp="1"/>
          </p:cNvSpPr>
          <p:nvPr/>
        </p:nvSpPr>
        <p:spPr>
          <a:xfrm xmlns:a="http://schemas.openxmlformats.org/drawingml/2006/main">
            <a:off x="685800" y="337185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82431"/>
                </a:solidFill>
                <a:latin typeface="Arial"/>
                <a:ea typeface="Arial"/>
                <a:cs typeface="Arial"/>
              </a:defRPr>
            </a:defPPr>
            <a:lvl1pPr>
              <a:buNone/>
              <a:defRPr sz="2250" b="0">
                <a:solidFill>
                  <a:srgbClr val="182431"/>
                </a:solidFill>
                <a:latin typeface="Arial"/>
                <a:ea typeface="Arial"/>
                <a:cs typeface="Arial"/>
              </a:defRPr>
            </a:lvl1pPr>
            <a:lvl2pPr>
              <a:buNone/>
              <a:defRPr sz="2250" b="0">
                <a:solidFill>
                  <a:srgbClr val="182431"/>
                </a:solidFill>
                <a:latin typeface="Arial"/>
                <a:ea typeface="Arial"/>
                <a:cs typeface="Arial"/>
              </a:defRPr>
            </a:lvl2pPr>
            <a:lvl3pPr>
              <a:buNone/>
              <a:defRPr sz="2250" b="0">
                <a:solidFill>
                  <a:srgbClr val="182431"/>
                </a:solidFill>
                <a:latin typeface="Arial"/>
                <a:ea typeface="Arial"/>
                <a:cs typeface="Arial"/>
              </a:defRPr>
            </a:lvl3pPr>
            <a:lvl4pPr>
              <a:buNone/>
              <a:defRPr sz="2250" b="0">
                <a:solidFill>
                  <a:srgbClr val="182431"/>
                </a:solidFill>
                <a:latin typeface="Arial"/>
                <a:ea typeface="Arial"/>
                <a:cs typeface="Arial"/>
              </a:defRPr>
            </a:lvl4pPr>
            <a:lvl5pPr>
              <a:buNone/>
              <a:defRPr sz="2250" b="0">
                <a:solidFill>
                  <a:srgbClr val="182431"/>
                </a:solidFill>
                <a:latin typeface="Arial"/>
                <a:ea typeface="Arial"/>
                <a:cs typeface="Arial"/>
              </a:defRPr>
            </a:lvl5pPr>
            <a:lvl6pPr>
              <a:buNone/>
              <a:defRPr sz="2250" b="0">
                <a:solidFill>
                  <a:srgbClr val="182431"/>
                </a:solidFill>
                <a:latin typeface="Arial"/>
                <a:ea typeface="Arial"/>
                <a:cs typeface="Arial"/>
              </a:defRPr>
            </a:lvl6pPr>
            <a:lvl7pPr>
              <a:buNone/>
              <a:defRPr sz="2250" b="0">
                <a:solidFill>
                  <a:srgbClr val="182431"/>
                </a:solidFill>
                <a:latin typeface="Arial"/>
                <a:ea typeface="Arial"/>
                <a:cs typeface="Arial"/>
              </a:defRPr>
            </a:lvl7pPr>
            <a:lvl8pPr>
              <a:buNone/>
              <a:defRPr sz="2250" b="0">
                <a:solidFill>
                  <a:srgbClr val="182431"/>
                </a:solidFill>
                <a:latin typeface="Arial"/>
                <a:ea typeface="Arial"/>
                <a:cs typeface="Arial"/>
              </a:defRPr>
            </a:lvl8pPr>
            <a:lvl9pPr>
              <a:buNone/>
              <a:defRPr sz="2250" b="0">
                <a:solidFill>
                  <a:srgbClr val="182431"/>
                </a:solidFill>
                <a:latin typeface="Arial"/>
                <a:ea typeface="Arial"/>
                <a:cs typeface="Arial"/>
              </a:defRPr>
            </a:lvl9pPr>
          </a:lstStyle>
          <a:p xmlns:a="http://schemas.openxmlformats.org/drawingml/2006/main">
            <a:pPr>
              <a:buNone/>
              <a:defRPr sz="2250" b="0">
                <a:solidFill>
                  <a:srgbClr val="182431"/>
                </a:solidFill>
                <a:latin typeface="Arial"/>
                <a:ea typeface="Arial"/>
                <a:cs typeface="Arial"/>
              </a:defRPr>
            </a:pPr>
            <a:r>
              <a:rPr sz="2250" b="0">
                <a:solidFill>
                  <a:srgbClr val="182431"/>
                </a:solidFill>
                <a:latin typeface="Arial"/>
                <a:ea typeface="Arial"/>
                <a:cs typeface="Arial"/>
              </a:rPr>
              <a:t>Java 11 compilation completed without diagnostics.</a:t>
            </a:r>
          </a:p>
        </p:txBody>
      </p:sp>
      <p:sp>
        <p:nvSpPr>
          <p:cNvPr id="5" name="">
            <a:extLst xmlns:a="http://schemas.openxmlformats.org/drawingml/2006/main">
              <a:ext uri="{FF2B5EF4-FFF2-40B4-BE49-F238E27FC236}">
                <a16:creationId xmlns:a16="http://schemas.microsoft.com/office/drawing/2014/main" id="{5400C733-0598-4F95-9FEF-76E8A9895977}"/>
              </a:ext>
            </a:extLst>
          </p:cNvPr>
          <p:cNvSpPr>
            <a:spLocks xmlns:a="http://schemas.openxmlformats.org/drawingml/2006/main" noGrp="1"/>
          </p:cNvSpPr>
          <p:nvPr/>
        </p:nvSpPr>
        <p:spPr>
          <a:xfrm xmlns:a="http://schemas.openxmlformats.org/drawingml/2006/main">
            <a:off x="685800" y="4238625"/>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82431"/>
                </a:solidFill>
                <a:latin typeface="Arial"/>
                <a:ea typeface="Arial"/>
                <a:cs typeface="Arial"/>
              </a:defRPr>
            </a:defPPr>
            <a:lvl1pPr>
              <a:buNone/>
              <a:defRPr sz="2250" b="0">
                <a:solidFill>
                  <a:srgbClr val="182431"/>
                </a:solidFill>
                <a:latin typeface="Arial"/>
                <a:ea typeface="Arial"/>
                <a:cs typeface="Arial"/>
              </a:defRPr>
            </a:lvl1pPr>
            <a:lvl2pPr>
              <a:buNone/>
              <a:defRPr sz="2250" b="0">
                <a:solidFill>
                  <a:srgbClr val="182431"/>
                </a:solidFill>
                <a:latin typeface="Arial"/>
                <a:ea typeface="Arial"/>
                <a:cs typeface="Arial"/>
              </a:defRPr>
            </a:lvl2pPr>
            <a:lvl3pPr>
              <a:buNone/>
              <a:defRPr sz="2250" b="0">
                <a:solidFill>
                  <a:srgbClr val="182431"/>
                </a:solidFill>
                <a:latin typeface="Arial"/>
                <a:ea typeface="Arial"/>
                <a:cs typeface="Arial"/>
              </a:defRPr>
            </a:lvl3pPr>
            <a:lvl4pPr>
              <a:buNone/>
              <a:defRPr sz="2250" b="0">
                <a:solidFill>
                  <a:srgbClr val="182431"/>
                </a:solidFill>
                <a:latin typeface="Arial"/>
                <a:ea typeface="Arial"/>
                <a:cs typeface="Arial"/>
              </a:defRPr>
            </a:lvl4pPr>
            <a:lvl5pPr>
              <a:buNone/>
              <a:defRPr sz="2250" b="0">
                <a:solidFill>
                  <a:srgbClr val="182431"/>
                </a:solidFill>
                <a:latin typeface="Arial"/>
                <a:ea typeface="Arial"/>
                <a:cs typeface="Arial"/>
              </a:defRPr>
            </a:lvl5pPr>
            <a:lvl6pPr>
              <a:buNone/>
              <a:defRPr sz="2250" b="0">
                <a:solidFill>
                  <a:srgbClr val="182431"/>
                </a:solidFill>
                <a:latin typeface="Arial"/>
                <a:ea typeface="Arial"/>
                <a:cs typeface="Arial"/>
              </a:defRPr>
            </a:lvl6pPr>
            <a:lvl7pPr>
              <a:buNone/>
              <a:defRPr sz="2250" b="0">
                <a:solidFill>
                  <a:srgbClr val="182431"/>
                </a:solidFill>
                <a:latin typeface="Arial"/>
                <a:ea typeface="Arial"/>
                <a:cs typeface="Arial"/>
              </a:defRPr>
            </a:lvl7pPr>
            <a:lvl8pPr>
              <a:buNone/>
              <a:defRPr sz="2250" b="0">
                <a:solidFill>
                  <a:srgbClr val="182431"/>
                </a:solidFill>
                <a:latin typeface="Arial"/>
                <a:ea typeface="Arial"/>
                <a:cs typeface="Arial"/>
              </a:defRPr>
            </a:lvl8pPr>
            <a:lvl9pPr>
              <a:buNone/>
              <a:defRPr sz="2250" b="0">
                <a:solidFill>
                  <a:srgbClr val="182431"/>
                </a:solidFill>
                <a:latin typeface="Arial"/>
                <a:ea typeface="Arial"/>
                <a:cs typeface="Arial"/>
              </a:defRPr>
            </a:lvl9pPr>
          </a:lstStyle>
          <a:p xmlns:a="http://schemas.openxmlformats.org/drawingml/2006/main">
            <a:pPr>
              <a:buNone/>
              <a:defRPr sz="2250" b="0">
                <a:solidFill>
                  <a:srgbClr val="182431"/>
                </a:solidFill>
                <a:latin typeface="Arial"/>
                <a:ea typeface="Arial"/>
                <a:cs typeface="Arial"/>
              </a:defRPr>
            </a:pPr>
            <a:r>
              <a:rPr sz="2250" b="0">
                <a:solidFill>
                  <a:srgbClr val="182431"/>
                </a:solidFill>
                <a:latin typeface="Arial"/>
                <a:ea typeface="Arial"/>
                <a:cs typeface="Arial"/>
              </a:rPr>
              <a:t>10 earlier manual checks remain recorded separately.</a:t>
            </a:r>
          </a:p>
        </p:txBody>
      </p:sp>
    </p:spTree>
    <p:extLst>
      <p:ext uri="{BB962C8B-B14F-4D97-AF65-F5344CB8AC3E}">
        <p14:creationId xmlns:p14="http://schemas.microsoft.com/office/powerpoint/2010/main" val="38934430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95D3F09-D1CF-4192-91B1-3918DF589CCE}"/>
              </a:ext>
            </a:extLst>
          </p:cNvPr>
          <p:cNvSpPr>
            <a:spLocks xmlns:a="http://schemas.openxmlformats.org/drawingml/2006/main" noGrp="1"/>
          </p:cNvSpPr>
          <p:nvPr/>
        </p:nvSpPr>
        <p:spPr>
          <a:xfrm xmlns:a="http://schemas.openxmlformats.org/drawingml/2006/main">
            <a:off x="609600" y="4191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82431"/>
                </a:solidFill>
                <a:latin typeface="Arial"/>
                <a:ea typeface="Arial"/>
                <a:cs typeface="Arial"/>
              </a:defRPr>
            </a:defPPr>
            <a:lvl1pPr>
              <a:buNone/>
              <a:defRPr sz="3300" b="1">
                <a:solidFill>
                  <a:srgbClr val="182431"/>
                </a:solidFill>
                <a:latin typeface="Arial"/>
                <a:ea typeface="Arial"/>
                <a:cs typeface="Arial"/>
              </a:defRPr>
            </a:lvl1pPr>
            <a:lvl2pPr>
              <a:buNone/>
              <a:defRPr sz="3300" b="1">
                <a:solidFill>
                  <a:srgbClr val="182431"/>
                </a:solidFill>
                <a:latin typeface="Arial"/>
                <a:ea typeface="Arial"/>
                <a:cs typeface="Arial"/>
              </a:defRPr>
            </a:lvl2pPr>
            <a:lvl3pPr>
              <a:buNone/>
              <a:defRPr sz="3300" b="1">
                <a:solidFill>
                  <a:srgbClr val="182431"/>
                </a:solidFill>
                <a:latin typeface="Arial"/>
                <a:ea typeface="Arial"/>
                <a:cs typeface="Arial"/>
              </a:defRPr>
            </a:lvl3pPr>
            <a:lvl4pPr>
              <a:buNone/>
              <a:defRPr sz="3300" b="1">
                <a:solidFill>
                  <a:srgbClr val="182431"/>
                </a:solidFill>
                <a:latin typeface="Arial"/>
                <a:ea typeface="Arial"/>
                <a:cs typeface="Arial"/>
              </a:defRPr>
            </a:lvl4pPr>
            <a:lvl5pPr>
              <a:buNone/>
              <a:defRPr sz="3300" b="1">
                <a:solidFill>
                  <a:srgbClr val="182431"/>
                </a:solidFill>
                <a:latin typeface="Arial"/>
                <a:ea typeface="Arial"/>
                <a:cs typeface="Arial"/>
              </a:defRPr>
            </a:lvl5pPr>
            <a:lvl6pPr>
              <a:buNone/>
              <a:defRPr sz="3300" b="1">
                <a:solidFill>
                  <a:srgbClr val="182431"/>
                </a:solidFill>
                <a:latin typeface="Arial"/>
                <a:ea typeface="Arial"/>
                <a:cs typeface="Arial"/>
              </a:defRPr>
            </a:lvl6pPr>
            <a:lvl7pPr>
              <a:buNone/>
              <a:defRPr sz="3300" b="1">
                <a:solidFill>
                  <a:srgbClr val="182431"/>
                </a:solidFill>
                <a:latin typeface="Arial"/>
                <a:ea typeface="Arial"/>
                <a:cs typeface="Arial"/>
              </a:defRPr>
            </a:lvl7pPr>
            <a:lvl8pPr>
              <a:buNone/>
              <a:defRPr sz="3300" b="1">
                <a:solidFill>
                  <a:srgbClr val="182431"/>
                </a:solidFill>
                <a:latin typeface="Arial"/>
                <a:ea typeface="Arial"/>
                <a:cs typeface="Arial"/>
              </a:defRPr>
            </a:lvl8pPr>
            <a:lvl9pPr>
              <a:buNone/>
              <a:defRPr sz="3300" b="1">
                <a:solidFill>
                  <a:srgbClr val="182431"/>
                </a:solidFill>
                <a:latin typeface="Arial"/>
                <a:ea typeface="Arial"/>
                <a:cs typeface="Arial"/>
              </a:defRPr>
            </a:lvl9pPr>
          </a:lstStyle>
          <a:p xmlns:a="http://schemas.openxmlformats.org/drawingml/2006/main">
            <a:pPr>
              <a:buNone/>
              <a:defRPr sz="3300" b="1">
                <a:solidFill>
                  <a:srgbClr val="182431"/>
                </a:solidFill>
                <a:latin typeface="Arial"/>
                <a:ea typeface="Arial"/>
                <a:cs typeface="Arial"/>
              </a:defRPr>
            </a:pPr>
            <a:r>
              <a:rPr sz="3300" b="1">
                <a:solidFill>
                  <a:srgbClr val="182431"/>
                </a:solidFill>
                <a:latin typeface="Arial"/>
                <a:ea typeface="Arial"/>
                <a:cs typeface="Arial"/>
              </a:rPr>
              <a:t>Logout regression</a:t>
            </a:r>
          </a:p>
        </p:txBody>
      </p:sp>
      <p:sp>
        <p:nvSpPr>
          <p:cNvPr id="2" name="">
            <a:extLst xmlns:a="http://schemas.openxmlformats.org/drawingml/2006/main">
              <a:ext uri="{FF2B5EF4-FFF2-40B4-BE49-F238E27FC236}">
                <a16:creationId xmlns:a16="http://schemas.microsoft.com/office/drawing/2014/main" id="{1B90ABF8-66FD-4073-BCEF-F966E6605FB7}"/>
              </a:ext>
            </a:extLst>
          </p:cNvPr>
          <p:cNvSpPr>
            <a:spLocks xmlns:a="http://schemas.openxmlformats.org/drawingml/2006/main" noGrp="1"/>
          </p:cNvSpPr>
          <p:nvPr/>
        </p:nvSpPr>
        <p:spPr>
          <a:xfrm xmlns:a="http://schemas.openxmlformats.org/drawingml/2006/main">
            <a:off x="685800" y="163830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82431"/>
                </a:solidFill>
                <a:latin typeface="Arial"/>
                <a:ea typeface="Arial"/>
                <a:cs typeface="Arial"/>
              </a:defRPr>
            </a:defPPr>
            <a:lvl1pPr>
              <a:buNone/>
              <a:defRPr sz="2250" b="0">
                <a:solidFill>
                  <a:srgbClr val="182431"/>
                </a:solidFill>
                <a:latin typeface="Arial"/>
                <a:ea typeface="Arial"/>
                <a:cs typeface="Arial"/>
              </a:defRPr>
            </a:lvl1pPr>
            <a:lvl2pPr>
              <a:buNone/>
              <a:defRPr sz="2250" b="0">
                <a:solidFill>
                  <a:srgbClr val="182431"/>
                </a:solidFill>
                <a:latin typeface="Arial"/>
                <a:ea typeface="Arial"/>
                <a:cs typeface="Arial"/>
              </a:defRPr>
            </a:lvl2pPr>
            <a:lvl3pPr>
              <a:buNone/>
              <a:defRPr sz="2250" b="0">
                <a:solidFill>
                  <a:srgbClr val="182431"/>
                </a:solidFill>
                <a:latin typeface="Arial"/>
                <a:ea typeface="Arial"/>
                <a:cs typeface="Arial"/>
              </a:defRPr>
            </a:lvl3pPr>
            <a:lvl4pPr>
              <a:buNone/>
              <a:defRPr sz="2250" b="0">
                <a:solidFill>
                  <a:srgbClr val="182431"/>
                </a:solidFill>
                <a:latin typeface="Arial"/>
                <a:ea typeface="Arial"/>
                <a:cs typeface="Arial"/>
              </a:defRPr>
            </a:lvl4pPr>
            <a:lvl5pPr>
              <a:buNone/>
              <a:defRPr sz="2250" b="0">
                <a:solidFill>
                  <a:srgbClr val="182431"/>
                </a:solidFill>
                <a:latin typeface="Arial"/>
                <a:ea typeface="Arial"/>
                <a:cs typeface="Arial"/>
              </a:defRPr>
            </a:lvl5pPr>
            <a:lvl6pPr>
              <a:buNone/>
              <a:defRPr sz="2250" b="0">
                <a:solidFill>
                  <a:srgbClr val="182431"/>
                </a:solidFill>
                <a:latin typeface="Arial"/>
                <a:ea typeface="Arial"/>
                <a:cs typeface="Arial"/>
              </a:defRPr>
            </a:lvl6pPr>
            <a:lvl7pPr>
              <a:buNone/>
              <a:defRPr sz="2250" b="0">
                <a:solidFill>
                  <a:srgbClr val="182431"/>
                </a:solidFill>
                <a:latin typeface="Arial"/>
                <a:ea typeface="Arial"/>
                <a:cs typeface="Arial"/>
              </a:defRPr>
            </a:lvl7pPr>
            <a:lvl8pPr>
              <a:buNone/>
              <a:defRPr sz="2250" b="0">
                <a:solidFill>
                  <a:srgbClr val="182431"/>
                </a:solidFill>
                <a:latin typeface="Arial"/>
                <a:ea typeface="Arial"/>
                <a:cs typeface="Arial"/>
              </a:defRPr>
            </a:lvl8pPr>
            <a:lvl9pPr>
              <a:buNone/>
              <a:defRPr sz="2250" b="0">
                <a:solidFill>
                  <a:srgbClr val="182431"/>
                </a:solidFill>
                <a:latin typeface="Arial"/>
                <a:ea typeface="Arial"/>
                <a:cs typeface="Arial"/>
              </a:defRPr>
            </a:lvl9pPr>
          </a:lstStyle>
          <a:p xmlns:a="http://schemas.openxmlformats.org/drawingml/2006/main">
            <a:pPr>
              <a:buNone/>
              <a:defRPr sz="2250" b="0">
                <a:solidFill>
                  <a:srgbClr val="182431"/>
                </a:solidFill>
                <a:latin typeface="Arial"/>
                <a:ea typeface="Arial"/>
                <a:cs typeface="Arial"/>
              </a:defRPr>
            </a:pPr>
            <a:r>
              <a:rPr sz="2250" b="0">
                <a:solidFill>
                  <a:srgbClr val="182431"/>
                </a:solidFill>
                <a:latin typeface="Arial"/>
                <a:ea typeface="Arial"/>
                <a:cs typeface="Arial"/>
              </a:rPr>
              <a:t>Issue: task editor windows remained after logout.</a:t>
            </a:r>
          </a:p>
        </p:txBody>
      </p:sp>
      <p:sp>
        <p:nvSpPr>
          <p:cNvPr id="3" name="">
            <a:extLst xmlns:a="http://schemas.openxmlformats.org/drawingml/2006/main">
              <a:ext uri="{FF2B5EF4-FFF2-40B4-BE49-F238E27FC236}">
                <a16:creationId xmlns:a16="http://schemas.microsoft.com/office/drawing/2014/main" id="{BC01A01F-993B-4858-A711-57AC3C6DD6D3}"/>
              </a:ext>
            </a:extLst>
          </p:cNvPr>
          <p:cNvSpPr>
            <a:spLocks xmlns:a="http://schemas.openxmlformats.org/drawingml/2006/main" noGrp="1"/>
          </p:cNvSpPr>
          <p:nvPr/>
        </p:nvSpPr>
        <p:spPr>
          <a:xfrm xmlns:a="http://schemas.openxmlformats.org/drawingml/2006/main">
            <a:off x="685800" y="2505075"/>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82431"/>
                </a:solidFill>
                <a:latin typeface="Arial"/>
                <a:ea typeface="Arial"/>
                <a:cs typeface="Arial"/>
              </a:defRPr>
            </a:defPPr>
            <a:lvl1pPr>
              <a:buNone/>
              <a:defRPr sz="2250" b="0">
                <a:solidFill>
                  <a:srgbClr val="182431"/>
                </a:solidFill>
                <a:latin typeface="Arial"/>
                <a:ea typeface="Arial"/>
                <a:cs typeface="Arial"/>
              </a:defRPr>
            </a:lvl1pPr>
            <a:lvl2pPr>
              <a:buNone/>
              <a:defRPr sz="2250" b="0">
                <a:solidFill>
                  <a:srgbClr val="182431"/>
                </a:solidFill>
                <a:latin typeface="Arial"/>
                <a:ea typeface="Arial"/>
                <a:cs typeface="Arial"/>
              </a:defRPr>
            </a:lvl2pPr>
            <a:lvl3pPr>
              <a:buNone/>
              <a:defRPr sz="2250" b="0">
                <a:solidFill>
                  <a:srgbClr val="182431"/>
                </a:solidFill>
                <a:latin typeface="Arial"/>
                <a:ea typeface="Arial"/>
                <a:cs typeface="Arial"/>
              </a:defRPr>
            </a:lvl3pPr>
            <a:lvl4pPr>
              <a:buNone/>
              <a:defRPr sz="2250" b="0">
                <a:solidFill>
                  <a:srgbClr val="182431"/>
                </a:solidFill>
                <a:latin typeface="Arial"/>
                <a:ea typeface="Arial"/>
                <a:cs typeface="Arial"/>
              </a:defRPr>
            </a:lvl4pPr>
            <a:lvl5pPr>
              <a:buNone/>
              <a:defRPr sz="2250" b="0">
                <a:solidFill>
                  <a:srgbClr val="182431"/>
                </a:solidFill>
                <a:latin typeface="Arial"/>
                <a:ea typeface="Arial"/>
                <a:cs typeface="Arial"/>
              </a:defRPr>
            </a:lvl5pPr>
            <a:lvl6pPr>
              <a:buNone/>
              <a:defRPr sz="2250" b="0">
                <a:solidFill>
                  <a:srgbClr val="182431"/>
                </a:solidFill>
                <a:latin typeface="Arial"/>
                <a:ea typeface="Arial"/>
                <a:cs typeface="Arial"/>
              </a:defRPr>
            </a:lvl6pPr>
            <a:lvl7pPr>
              <a:buNone/>
              <a:defRPr sz="2250" b="0">
                <a:solidFill>
                  <a:srgbClr val="182431"/>
                </a:solidFill>
                <a:latin typeface="Arial"/>
                <a:ea typeface="Arial"/>
                <a:cs typeface="Arial"/>
              </a:defRPr>
            </a:lvl7pPr>
            <a:lvl8pPr>
              <a:buNone/>
              <a:defRPr sz="2250" b="0">
                <a:solidFill>
                  <a:srgbClr val="182431"/>
                </a:solidFill>
                <a:latin typeface="Arial"/>
                <a:ea typeface="Arial"/>
                <a:cs typeface="Arial"/>
              </a:defRPr>
            </a:lvl8pPr>
            <a:lvl9pPr>
              <a:buNone/>
              <a:defRPr sz="2250" b="0">
                <a:solidFill>
                  <a:srgbClr val="182431"/>
                </a:solidFill>
                <a:latin typeface="Arial"/>
                <a:ea typeface="Arial"/>
                <a:cs typeface="Arial"/>
              </a:defRPr>
            </a:lvl9pPr>
          </a:lstStyle>
          <a:p xmlns:a="http://schemas.openxmlformats.org/drawingml/2006/main">
            <a:pPr>
              <a:buNone/>
              <a:defRPr sz="2250" b="0">
                <a:solidFill>
                  <a:srgbClr val="182431"/>
                </a:solidFill>
                <a:latin typeface="Arial"/>
                <a:ea typeface="Arial"/>
                <a:cs typeface="Arial"/>
              </a:defRPr>
            </a:pPr>
            <a:r>
              <a:rPr sz="2250" b="0">
                <a:solidFill>
                  <a:srgbClr val="182431"/>
                </a:solidFill>
                <a:latin typeface="Arial"/>
                <a:ea typeface="Arial"/>
                <a:cs typeface="Arial"/>
              </a:rPr>
              <a:t>The dashboard now tracks every editor it opens.</a:t>
            </a:r>
          </a:p>
        </p:txBody>
      </p:sp>
      <p:sp>
        <p:nvSpPr>
          <p:cNvPr id="4" name="">
            <a:extLst xmlns:a="http://schemas.openxmlformats.org/drawingml/2006/main">
              <a:ext uri="{FF2B5EF4-FFF2-40B4-BE49-F238E27FC236}">
                <a16:creationId xmlns:a16="http://schemas.microsoft.com/office/drawing/2014/main" id="{5D7A500E-1893-4B1A-8140-1CF550672BEC}"/>
              </a:ext>
            </a:extLst>
          </p:cNvPr>
          <p:cNvSpPr>
            <a:spLocks xmlns:a="http://schemas.openxmlformats.org/drawingml/2006/main" noGrp="1"/>
          </p:cNvSpPr>
          <p:nvPr/>
        </p:nvSpPr>
        <p:spPr>
          <a:xfrm xmlns:a="http://schemas.openxmlformats.org/drawingml/2006/main">
            <a:off x="685800" y="337185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82431"/>
                </a:solidFill>
                <a:latin typeface="Arial"/>
                <a:ea typeface="Arial"/>
                <a:cs typeface="Arial"/>
              </a:defRPr>
            </a:defPPr>
            <a:lvl1pPr>
              <a:buNone/>
              <a:defRPr sz="2250" b="0">
                <a:solidFill>
                  <a:srgbClr val="182431"/>
                </a:solidFill>
                <a:latin typeface="Arial"/>
                <a:ea typeface="Arial"/>
                <a:cs typeface="Arial"/>
              </a:defRPr>
            </a:lvl1pPr>
            <a:lvl2pPr>
              <a:buNone/>
              <a:defRPr sz="2250" b="0">
                <a:solidFill>
                  <a:srgbClr val="182431"/>
                </a:solidFill>
                <a:latin typeface="Arial"/>
                <a:ea typeface="Arial"/>
                <a:cs typeface="Arial"/>
              </a:defRPr>
            </a:lvl2pPr>
            <a:lvl3pPr>
              <a:buNone/>
              <a:defRPr sz="2250" b="0">
                <a:solidFill>
                  <a:srgbClr val="182431"/>
                </a:solidFill>
                <a:latin typeface="Arial"/>
                <a:ea typeface="Arial"/>
                <a:cs typeface="Arial"/>
              </a:defRPr>
            </a:lvl3pPr>
            <a:lvl4pPr>
              <a:buNone/>
              <a:defRPr sz="2250" b="0">
                <a:solidFill>
                  <a:srgbClr val="182431"/>
                </a:solidFill>
                <a:latin typeface="Arial"/>
                <a:ea typeface="Arial"/>
                <a:cs typeface="Arial"/>
              </a:defRPr>
            </a:lvl4pPr>
            <a:lvl5pPr>
              <a:buNone/>
              <a:defRPr sz="2250" b="0">
                <a:solidFill>
                  <a:srgbClr val="182431"/>
                </a:solidFill>
                <a:latin typeface="Arial"/>
                <a:ea typeface="Arial"/>
                <a:cs typeface="Arial"/>
              </a:defRPr>
            </a:lvl5pPr>
            <a:lvl6pPr>
              <a:buNone/>
              <a:defRPr sz="2250" b="0">
                <a:solidFill>
                  <a:srgbClr val="182431"/>
                </a:solidFill>
                <a:latin typeface="Arial"/>
                <a:ea typeface="Arial"/>
                <a:cs typeface="Arial"/>
              </a:defRPr>
            </a:lvl6pPr>
            <a:lvl7pPr>
              <a:buNone/>
              <a:defRPr sz="2250" b="0">
                <a:solidFill>
                  <a:srgbClr val="182431"/>
                </a:solidFill>
                <a:latin typeface="Arial"/>
                <a:ea typeface="Arial"/>
                <a:cs typeface="Arial"/>
              </a:defRPr>
            </a:lvl7pPr>
            <a:lvl8pPr>
              <a:buNone/>
              <a:defRPr sz="2250" b="0">
                <a:solidFill>
                  <a:srgbClr val="182431"/>
                </a:solidFill>
                <a:latin typeface="Arial"/>
                <a:ea typeface="Arial"/>
                <a:cs typeface="Arial"/>
              </a:defRPr>
            </a:lvl8pPr>
            <a:lvl9pPr>
              <a:buNone/>
              <a:defRPr sz="2250" b="0">
                <a:solidFill>
                  <a:srgbClr val="182431"/>
                </a:solidFill>
                <a:latin typeface="Arial"/>
                <a:ea typeface="Arial"/>
                <a:cs typeface="Arial"/>
              </a:defRPr>
            </a:lvl9pPr>
          </a:lstStyle>
          <a:p xmlns:a="http://schemas.openxmlformats.org/drawingml/2006/main">
            <a:pPr>
              <a:buNone/>
              <a:defRPr sz="2250" b="0">
                <a:solidFill>
                  <a:srgbClr val="182431"/>
                </a:solidFill>
                <a:latin typeface="Arial"/>
                <a:ea typeface="Arial"/>
                <a:cs typeface="Arial"/>
              </a:defRPr>
            </a:pPr>
            <a:r>
              <a:rPr sz="2250" b="0">
                <a:solidFill>
                  <a:srgbClr val="182431"/>
                </a:solidFill>
                <a:latin typeface="Arial"/>
                <a:ea typeface="Arial"/>
                <a:cs typeface="Arial"/>
              </a:rPr>
              <a:t>Disposing the dashboard closes its remaining editors.</a:t>
            </a:r>
          </a:p>
        </p:txBody>
      </p:sp>
      <p:sp>
        <p:nvSpPr>
          <p:cNvPr id="5" name="">
            <a:extLst xmlns:a="http://schemas.openxmlformats.org/drawingml/2006/main">
              <a:ext uri="{FF2B5EF4-FFF2-40B4-BE49-F238E27FC236}">
                <a16:creationId xmlns:a16="http://schemas.microsoft.com/office/drawing/2014/main" id="{734CBC7E-4844-41C9-B08A-D0DEE6812284}"/>
              </a:ext>
            </a:extLst>
          </p:cNvPr>
          <p:cNvSpPr>
            <a:spLocks xmlns:a="http://schemas.openxmlformats.org/drawingml/2006/main" noGrp="1"/>
          </p:cNvSpPr>
          <p:nvPr/>
        </p:nvSpPr>
        <p:spPr>
          <a:xfrm xmlns:a="http://schemas.openxmlformats.org/drawingml/2006/main">
            <a:off x="685800" y="4238625"/>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82431"/>
                </a:solidFill>
                <a:latin typeface="Arial"/>
                <a:ea typeface="Arial"/>
                <a:cs typeface="Arial"/>
              </a:defRPr>
            </a:defPPr>
            <a:lvl1pPr>
              <a:buNone/>
              <a:defRPr sz="2250" b="0">
                <a:solidFill>
                  <a:srgbClr val="182431"/>
                </a:solidFill>
                <a:latin typeface="Arial"/>
                <a:ea typeface="Arial"/>
                <a:cs typeface="Arial"/>
              </a:defRPr>
            </a:lvl1pPr>
            <a:lvl2pPr>
              <a:buNone/>
              <a:defRPr sz="2250" b="0">
                <a:solidFill>
                  <a:srgbClr val="182431"/>
                </a:solidFill>
                <a:latin typeface="Arial"/>
                <a:ea typeface="Arial"/>
                <a:cs typeface="Arial"/>
              </a:defRPr>
            </a:lvl2pPr>
            <a:lvl3pPr>
              <a:buNone/>
              <a:defRPr sz="2250" b="0">
                <a:solidFill>
                  <a:srgbClr val="182431"/>
                </a:solidFill>
                <a:latin typeface="Arial"/>
                <a:ea typeface="Arial"/>
                <a:cs typeface="Arial"/>
              </a:defRPr>
            </a:lvl3pPr>
            <a:lvl4pPr>
              <a:buNone/>
              <a:defRPr sz="2250" b="0">
                <a:solidFill>
                  <a:srgbClr val="182431"/>
                </a:solidFill>
                <a:latin typeface="Arial"/>
                <a:ea typeface="Arial"/>
                <a:cs typeface="Arial"/>
              </a:defRPr>
            </a:lvl4pPr>
            <a:lvl5pPr>
              <a:buNone/>
              <a:defRPr sz="2250" b="0">
                <a:solidFill>
                  <a:srgbClr val="182431"/>
                </a:solidFill>
                <a:latin typeface="Arial"/>
                <a:ea typeface="Arial"/>
                <a:cs typeface="Arial"/>
              </a:defRPr>
            </a:lvl5pPr>
            <a:lvl6pPr>
              <a:buNone/>
              <a:defRPr sz="2250" b="0">
                <a:solidFill>
                  <a:srgbClr val="182431"/>
                </a:solidFill>
                <a:latin typeface="Arial"/>
                <a:ea typeface="Arial"/>
                <a:cs typeface="Arial"/>
              </a:defRPr>
            </a:lvl6pPr>
            <a:lvl7pPr>
              <a:buNone/>
              <a:defRPr sz="2250" b="0">
                <a:solidFill>
                  <a:srgbClr val="182431"/>
                </a:solidFill>
                <a:latin typeface="Arial"/>
                <a:ea typeface="Arial"/>
                <a:cs typeface="Arial"/>
              </a:defRPr>
            </a:lvl7pPr>
            <a:lvl8pPr>
              <a:buNone/>
              <a:defRPr sz="2250" b="0">
                <a:solidFill>
                  <a:srgbClr val="182431"/>
                </a:solidFill>
                <a:latin typeface="Arial"/>
                <a:ea typeface="Arial"/>
                <a:cs typeface="Arial"/>
              </a:defRPr>
            </a:lvl8pPr>
            <a:lvl9pPr>
              <a:buNone/>
              <a:defRPr sz="2250" b="0">
                <a:solidFill>
                  <a:srgbClr val="182431"/>
                </a:solidFill>
                <a:latin typeface="Arial"/>
                <a:ea typeface="Arial"/>
                <a:cs typeface="Arial"/>
              </a:defRPr>
            </a:lvl9pPr>
          </a:lstStyle>
          <a:p xmlns:a="http://schemas.openxmlformats.org/drawingml/2006/main">
            <a:pPr>
              <a:buNone/>
              <a:defRPr sz="2250" b="0">
                <a:solidFill>
                  <a:srgbClr val="182431"/>
                </a:solidFill>
                <a:latin typeface="Arial"/>
                <a:ea typeface="Arial"/>
                <a:cs typeface="Arial"/>
              </a:defRPr>
            </a:pPr>
            <a:r>
              <a:rPr sz="2250" b="0">
                <a:solidFill>
                  <a:srgbClr val="182431"/>
                </a:solidFill>
                <a:latin typeface="Arial"/>
                <a:ea typeface="Arial"/>
                <a:cs typeface="Arial"/>
              </a:rPr>
              <a:t>M10 records manual verification of editor cleanup.</a:t>
            </a:r>
          </a:p>
        </p:txBody>
      </p:sp>
    </p:spTree>
    <p:extLst>
      <p:ext uri="{BB962C8B-B14F-4D97-AF65-F5344CB8AC3E}">
        <p14:creationId xmlns:p14="http://schemas.microsoft.com/office/powerpoint/2010/main" val="71837835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51D72BB-D65E-4425-8F33-F5D0AB737358}"/>
              </a:ext>
            </a:extLst>
          </p:cNvPr>
          <p:cNvSpPr>
            <a:spLocks xmlns:a="http://schemas.openxmlformats.org/drawingml/2006/main" noGrp="1"/>
          </p:cNvSpPr>
          <p:nvPr/>
        </p:nvSpPr>
        <p:spPr>
          <a:xfrm xmlns:a="http://schemas.openxmlformats.org/drawingml/2006/main">
            <a:off x="609600" y="4191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82431"/>
                </a:solidFill>
                <a:latin typeface="Arial"/>
                <a:ea typeface="Arial"/>
                <a:cs typeface="Arial"/>
              </a:defRPr>
            </a:defPPr>
            <a:lvl1pPr>
              <a:buNone/>
              <a:defRPr sz="3300" b="1">
                <a:solidFill>
                  <a:srgbClr val="182431"/>
                </a:solidFill>
                <a:latin typeface="Arial"/>
                <a:ea typeface="Arial"/>
                <a:cs typeface="Arial"/>
              </a:defRPr>
            </a:lvl1pPr>
            <a:lvl2pPr>
              <a:buNone/>
              <a:defRPr sz="3300" b="1">
                <a:solidFill>
                  <a:srgbClr val="182431"/>
                </a:solidFill>
                <a:latin typeface="Arial"/>
                <a:ea typeface="Arial"/>
                <a:cs typeface="Arial"/>
              </a:defRPr>
            </a:lvl2pPr>
            <a:lvl3pPr>
              <a:buNone/>
              <a:defRPr sz="3300" b="1">
                <a:solidFill>
                  <a:srgbClr val="182431"/>
                </a:solidFill>
                <a:latin typeface="Arial"/>
                <a:ea typeface="Arial"/>
                <a:cs typeface="Arial"/>
              </a:defRPr>
            </a:lvl3pPr>
            <a:lvl4pPr>
              <a:buNone/>
              <a:defRPr sz="3300" b="1">
                <a:solidFill>
                  <a:srgbClr val="182431"/>
                </a:solidFill>
                <a:latin typeface="Arial"/>
                <a:ea typeface="Arial"/>
                <a:cs typeface="Arial"/>
              </a:defRPr>
            </a:lvl4pPr>
            <a:lvl5pPr>
              <a:buNone/>
              <a:defRPr sz="3300" b="1">
                <a:solidFill>
                  <a:srgbClr val="182431"/>
                </a:solidFill>
                <a:latin typeface="Arial"/>
                <a:ea typeface="Arial"/>
                <a:cs typeface="Arial"/>
              </a:defRPr>
            </a:lvl5pPr>
            <a:lvl6pPr>
              <a:buNone/>
              <a:defRPr sz="3300" b="1">
                <a:solidFill>
                  <a:srgbClr val="182431"/>
                </a:solidFill>
                <a:latin typeface="Arial"/>
                <a:ea typeface="Arial"/>
                <a:cs typeface="Arial"/>
              </a:defRPr>
            </a:lvl6pPr>
            <a:lvl7pPr>
              <a:buNone/>
              <a:defRPr sz="3300" b="1">
                <a:solidFill>
                  <a:srgbClr val="182431"/>
                </a:solidFill>
                <a:latin typeface="Arial"/>
                <a:ea typeface="Arial"/>
                <a:cs typeface="Arial"/>
              </a:defRPr>
            </a:lvl7pPr>
            <a:lvl8pPr>
              <a:buNone/>
              <a:defRPr sz="3300" b="1">
                <a:solidFill>
                  <a:srgbClr val="182431"/>
                </a:solidFill>
                <a:latin typeface="Arial"/>
                <a:ea typeface="Arial"/>
                <a:cs typeface="Arial"/>
              </a:defRPr>
            </a:lvl8pPr>
            <a:lvl9pPr>
              <a:buNone/>
              <a:defRPr sz="3300" b="1">
                <a:solidFill>
                  <a:srgbClr val="182431"/>
                </a:solidFill>
                <a:latin typeface="Arial"/>
                <a:ea typeface="Arial"/>
                <a:cs typeface="Arial"/>
              </a:defRPr>
            </a:lvl9pPr>
          </a:lstStyle>
          <a:p xmlns:a="http://schemas.openxmlformats.org/drawingml/2006/main">
            <a:pPr>
              <a:buNone/>
              <a:defRPr sz="3300" b="1">
                <a:solidFill>
                  <a:srgbClr val="182431"/>
                </a:solidFill>
                <a:latin typeface="Arial"/>
                <a:ea typeface="Arial"/>
                <a:cs typeface="Arial"/>
              </a:defRPr>
            </a:pPr>
            <a:r>
              <a:rPr sz="3300" b="1">
                <a:solidFill>
                  <a:srgbClr val="182431"/>
                </a:solidFill>
                <a:latin typeface="Arial"/>
                <a:ea typeface="Arial"/>
                <a:cs typeface="Arial"/>
              </a:rPr>
              <a:t>Live demonstration</a:t>
            </a:r>
          </a:p>
        </p:txBody>
      </p:sp>
      <p:sp>
        <p:nvSpPr>
          <p:cNvPr id="2" name="">
            <a:extLst xmlns:a="http://schemas.openxmlformats.org/drawingml/2006/main">
              <a:ext uri="{FF2B5EF4-FFF2-40B4-BE49-F238E27FC236}">
                <a16:creationId xmlns:a16="http://schemas.microsoft.com/office/drawing/2014/main" id="{9363A808-9328-4DB8-97EF-A30E50A7380A}"/>
              </a:ext>
            </a:extLst>
          </p:cNvPr>
          <p:cNvSpPr>
            <a:spLocks xmlns:a="http://schemas.openxmlformats.org/drawingml/2006/main" noGrp="1"/>
          </p:cNvSpPr>
          <p:nvPr/>
        </p:nvSpPr>
        <p:spPr>
          <a:xfrm xmlns:a="http://schemas.openxmlformats.org/drawingml/2006/main">
            <a:off x="685800" y="163830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82431"/>
                </a:solidFill>
                <a:latin typeface="Arial"/>
                <a:ea typeface="Arial"/>
                <a:cs typeface="Arial"/>
              </a:defRPr>
            </a:defPPr>
            <a:lvl1pPr>
              <a:buNone/>
              <a:defRPr sz="2250" b="0">
                <a:solidFill>
                  <a:srgbClr val="182431"/>
                </a:solidFill>
                <a:latin typeface="Arial"/>
                <a:ea typeface="Arial"/>
                <a:cs typeface="Arial"/>
              </a:defRPr>
            </a:lvl1pPr>
            <a:lvl2pPr>
              <a:buNone/>
              <a:defRPr sz="2250" b="0">
                <a:solidFill>
                  <a:srgbClr val="182431"/>
                </a:solidFill>
                <a:latin typeface="Arial"/>
                <a:ea typeface="Arial"/>
                <a:cs typeface="Arial"/>
              </a:defRPr>
            </a:lvl2pPr>
            <a:lvl3pPr>
              <a:buNone/>
              <a:defRPr sz="2250" b="0">
                <a:solidFill>
                  <a:srgbClr val="182431"/>
                </a:solidFill>
                <a:latin typeface="Arial"/>
                <a:ea typeface="Arial"/>
                <a:cs typeface="Arial"/>
              </a:defRPr>
            </a:lvl3pPr>
            <a:lvl4pPr>
              <a:buNone/>
              <a:defRPr sz="2250" b="0">
                <a:solidFill>
                  <a:srgbClr val="182431"/>
                </a:solidFill>
                <a:latin typeface="Arial"/>
                <a:ea typeface="Arial"/>
                <a:cs typeface="Arial"/>
              </a:defRPr>
            </a:lvl4pPr>
            <a:lvl5pPr>
              <a:buNone/>
              <a:defRPr sz="2250" b="0">
                <a:solidFill>
                  <a:srgbClr val="182431"/>
                </a:solidFill>
                <a:latin typeface="Arial"/>
                <a:ea typeface="Arial"/>
                <a:cs typeface="Arial"/>
              </a:defRPr>
            </a:lvl5pPr>
            <a:lvl6pPr>
              <a:buNone/>
              <a:defRPr sz="2250" b="0">
                <a:solidFill>
                  <a:srgbClr val="182431"/>
                </a:solidFill>
                <a:latin typeface="Arial"/>
                <a:ea typeface="Arial"/>
                <a:cs typeface="Arial"/>
              </a:defRPr>
            </a:lvl6pPr>
            <a:lvl7pPr>
              <a:buNone/>
              <a:defRPr sz="2250" b="0">
                <a:solidFill>
                  <a:srgbClr val="182431"/>
                </a:solidFill>
                <a:latin typeface="Arial"/>
                <a:ea typeface="Arial"/>
                <a:cs typeface="Arial"/>
              </a:defRPr>
            </a:lvl7pPr>
            <a:lvl8pPr>
              <a:buNone/>
              <a:defRPr sz="2250" b="0">
                <a:solidFill>
                  <a:srgbClr val="182431"/>
                </a:solidFill>
                <a:latin typeface="Arial"/>
                <a:ea typeface="Arial"/>
                <a:cs typeface="Arial"/>
              </a:defRPr>
            </a:lvl8pPr>
            <a:lvl9pPr>
              <a:buNone/>
              <a:defRPr sz="2250" b="0">
                <a:solidFill>
                  <a:srgbClr val="182431"/>
                </a:solidFill>
                <a:latin typeface="Arial"/>
                <a:ea typeface="Arial"/>
                <a:cs typeface="Arial"/>
              </a:defRPr>
            </a:lvl9pPr>
          </a:lstStyle>
          <a:p xmlns:a="http://schemas.openxmlformats.org/drawingml/2006/main">
            <a:pPr>
              <a:buNone/>
              <a:defRPr sz="2250" b="0">
                <a:solidFill>
                  <a:srgbClr val="182431"/>
                </a:solidFill>
                <a:latin typeface="Arial"/>
                <a:ea typeface="Arial"/>
                <a:cs typeface="Arial"/>
              </a:defRPr>
            </a:pPr>
            <a:r>
              <a:rPr sz="2250" b="0">
                <a:solidFill>
                  <a:srgbClr val="182431"/>
                </a:solidFill>
                <a:latin typeface="Arial"/>
                <a:ea typeface="Arial"/>
                <a:cs typeface="Arial"/>
              </a:rPr>
              <a:t>Create a task with a due date and HIGH priority.</a:t>
            </a:r>
          </a:p>
        </p:txBody>
      </p:sp>
      <p:sp>
        <p:nvSpPr>
          <p:cNvPr id="3" name="">
            <a:extLst xmlns:a="http://schemas.openxmlformats.org/drawingml/2006/main">
              <a:ext uri="{FF2B5EF4-FFF2-40B4-BE49-F238E27FC236}">
                <a16:creationId xmlns:a16="http://schemas.microsoft.com/office/drawing/2014/main" id="{46AC298B-C65B-4F4A-840D-11798AD3EF81}"/>
              </a:ext>
            </a:extLst>
          </p:cNvPr>
          <p:cNvSpPr>
            <a:spLocks xmlns:a="http://schemas.openxmlformats.org/drawingml/2006/main" noGrp="1"/>
          </p:cNvSpPr>
          <p:nvPr/>
        </p:nvSpPr>
        <p:spPr>
          <a:xfrm xmlns:a="http://schemas.openxmlformats.org/drawingml/2006/main">
            <a:off x="685800" y="2505075"/>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82431"/>
                </a:solidFill>
                <a:latin typeface="Arial"/>
                <a:ea typeface="Arial"/>
                <a:cs typeface="Arial"/>
              </a:defRPr>
            </a:defPPr>
            <a:lvl1pPr>
              <a:buNone/>
              <a:defRPr sz="2250" b="0">
                <a:solidFill>
                  <a:srgbClr val="182431"/>
                </a:solidFill>
                <a:latin typeface="Arial"/>
                <a:ea typeface="Arial"/>
                <a:cs typeface="Arial"/>
              </a:defRPr>
            </a:lvl1pPr>
            <a:lvl2pPr>
              <a:buNone/>
              <a:defRPr sz="2250" b="0">
                <a:solidFill>
                  <a:srgbClr val="182431"/>
                </a:solidFill>
                <a:latin typeface="Arial"/>
                <a:ea typeface="Arial"/>
                <a:cs typeface="Arial"/>
              </a:defRPr>
            </a:lvl2pPr>
            <a:lvl3pPr>
              <a:buNone/>
              <a:defRPr sz="2250" b="0">
                <a:solidFill>
                  <a:srgbClr val="182431"/>
                </a:solidFill>
                <a:latin typeface="Arial"/>
                <a:ea typeface="Arial"/>
                <a:cs typeface="Arial"/>
              </a:defRPr>
            </a:lvl3pPr>
            <a:lvl4pPr>
              <a:buNone/>
              <a:defRPr sz="2250" b="0">
                <a:solidFill>
                  <a:srgbClr val="182431"/>
                </a:solidFill>
                <a:latin typeface="Arial"/>
                <a:ea typeface="Arial"/>
                <a:cs typeface="Arial"/>
              </a:defRPr>
            </a:lvl4pPr>
            <a:lvl5pPr>
              <a:buNone/>
              <a:defRPr sz="2250" b="0">
                <a:solidFill>
                  <a:srgbClr val="182431"/>
                </a:solidFill>
                <a:latin typeface="Arial"/>
                <a:ea typeface="Arial"/>
                <a:cs typeface="Arial"/>
              </a:defRPr>
            </a:lvl5pPr>
            <a:lvl6pPr>
              <a:buNone/>
              <a:defRPr sz="2250" b="0">
                <a:solidFill>
                  <a:srgbClr val="182431"/>
                </a:solidFill>
                <a:latin typeface="Arial"/>
                <a:ea typeface="Arial"/>
                <a:cs typeface="Arial"/>
              </a:defRPr>
            </a:lvl6pPr>
            <a:lvl7pPr>
              <a:buNone/>
              <a:defRPr sz="2250" b="0">
                <a:solidFill>
                  <a:srgbClr val="182431"/>
                </a:solidFill>
                <a:latin typeface="Arial"/>
                <a:ea typeface="Arial"/>
                <a:cs typeface="Arial"/>
              </a:defRPr>
            </a:lvl7pPr>
            <a:lvl8pPr>
              <a:buNone/>
              <a:defRPr sz="2250" b="0">
                <a:solidFill>
                  <a:srgbClr val="182431"/>
                </a:solidFill>
                <a:latin typeface="Arial"/>
                <a:ea typeface="Arial"/>
                <a:cs typeface="Arial"/>
              </a:defRPr>
            </a:lvl8pPr>
            <a:lvl9pPr>
              <a:buNone/>
              <a:defRPr sz="2250" b="0">
                <a:solidFill>
                  <a:srgbClr val="182431"/>
                </a:solidFill>
                <a:latin typeface="Arial"/>
                <a:ea typeface="Arial"/>
                <a:cs typeface="Arial"/>
              </a:defRPr>
            </a:lvl9pPr>
          </a:lstStyle>
          <a:p xmlns:a="http://schemas.openxmlformats.org/drawingml/2006/main">
            <a:pPr>
              <a:buNone/>
              <a:defRPr sz="2250" b="0">
                <a:solidFill>
                  <a:srgbClr val="182431"/>
                </a:solidFill>
                <a:latin typeface="Arial"/>
                <a:ea typeface="Arial"/>
                <a:cs typeface="Arial"/>
              </a:defRPr>
            </a:pPr>
            <a:r>
              <a:rPr sz="2250" b="0">
                <a:solidFill>
                  <a:srgbClr val="182431"/>
                </a:solidFill>
                <a:latin typeface="Arial"/>
                <a:ea typeface="Arial"/>
                <a:cs typeface="Arial"/>
              </a:rPr>
              <a:t>Assign it to the second account and show visibility.</a:t>
            </a:r>
          </a:p>
        </p:txBody>
      </p:sp>
      <p:sp>
        <p:nvSpPr>
          <p:cNvPr id="4" name="">
            <a:extLst xmlns:a="http://schemas.openxmlformats.org/drawingml/2006/main">
              <a:ext uri="{FF2B5EF4-FFF2-40B4-BE49-F238E27FC236}">
                <a16:creationId xmlns:a16="http://schemas.microsoft.com/office/drawing/2014/main" id="{6216176B-D857-4143-ABC8-F7A3E21C2DCC}"/>
              </a:ext>
            </a:extLst>
          </p:cNvPr>
          <p:cNvSpPr>
            <a:spLocks xmlns:a="http://schemas.openxmlformats.org/drawingml/2006/main" noGrp="1"/>
          </p:cNvSpPr>
          <p:nvPr/>
        </p:nvSpPr>
        <p:spPr>
          <a:xfrm xmlns:a="http://schemas.openxmlformats.org/drawingml/2006/main">
            <a:off x="685800" y="337185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82431"/>
                </a:solidFill>
                <a:latin typeface="Arial"/>
                <a:ea typeface="Arial"/>
                <a:cs typeface="Arial"/>
              </a:defRPr>
            </a:defPPr>
            <a:lvl1pPr>
              <a:buNone/>
              <a:defRPr sz="2250" b="0">
                <a:solidFill>
                  <a:srgbClr val="182431"/>
                </a:solidFill>
                <a:latin typeface="Arial"/>
                <a:ea typeface="Arial"/>
                <a:cs typeface="Arial"/>
              </a:defRPr>
            </a:lvl1pPr>
            <a:lvl2pPr>
              <a:buNone/>
              <a:defRPr sz="2250" b="0">
                <a:solidFill>
                  <a:srgbClr val="182431"/>
                </a:solidFill>
                <a:latin typeface="Arial"/>
                <a:ea typeface="Arial"/>
                <a:cs typeface="Arial"/>
              </a:defRPr>
            </a:lvl2pPr>
            <a:lvl3pPr>
              <a:buNone/>
              <a:defRPr sz="2250" b="0">
                <a:solidFill>
                  <a:srgbClr val="182431"/>
                </a:solidFill>
                <a:latin typeface="Arial"/>
                <a:ea typeface="Arial"/>
                <a:cs typeface="Arial"/>
              </a:defRPr>
            </a:lvl3pPr>
            <a:lvl4pPr>
              <a:buNone/>
              <a:defRPr sz="2250" b="0">
                <a:solidFill>
                  <a:srgbClr val="182431"/>
                </a:solidFill>
                <a:latin typeface="Arial"/>
                <a:ea typeface="Arial"/>
                <a:cs typeface="Arial"/>
              </a:defRPr>
            </a:lvl4pPr>
            <a:lvl5pPr>
              <a:buNone/>
              <a:defRPr sz="2250" b="0">
                <a:solidFill>
                  <a:srgbClr val="182431"/>
                </a:solidFill>
                <a:latin typeface="Arial"/>
                <a:ea typeface="Arial"/>
                <a:cs typeface="Arial"/>
              </a:defRPr>
            </a:lvl5pPr>
            <a:lvl6pPr>
              <a:buNone/>
              <a:defRPr sz="2250" b="0">
                <a:solidFill>
                  <a:srgbClr val="182431"/>
                </a:solidFill>
                <a:latin typeface="Arial"/>
                <a:ea typeface="Arial"/>
                <a:cs typeface="Arial"/>
              </a:defRPr>
            </a:lvl6pPr>
            <a:lvl7pPr>
              <a:buNone/>
              <a:defRPr sz="2250" b="0">
                <a:solidFill>
                  <a:srgbClr val="182431"/>
                </a:solidFill>
                <a:latin typeface="Arial"/>
                <a:ea typeface="Arial"/>
                <a:cs typeface="Arial"/>
              </a:defRPr>
            </a:lvl7pPr>
            <a:lvl8pPr>
              <a:buNone/>
              <a:defRPr sz="2250" b="0">
                <a:solidFill>
                  <a:srgbClr val="182431"/>
                </a:solidFill>
                <a:latin typeface="Arial"/>
                <a:ea typeface="Arial"/>
                <a:cs typeface="Arial"/>
              </a:defRPr>
            </a:lvl8pPr>
            <a:lvl9pPr>
              <a:buNone/>
              <a:defRPr sz="2250" b="0">
                <a:solidFill>
                  <a:srgbClr val="182431"/>
                </a:solidFill>
                <a:latin typeface="Arial"/>
                <a:ea typeface="Arial"/>
                <a:cs typeface="Arial"/>
              </a:defRPr>
            </a:lvl9pPr>
          </a:lstStyle>
          <a:p xmlns:a="http://schemas.openxmlformats.org/drawingml/2006/main">
            <a:pPr>
              <a:buNone/>
              <a:defRPr sz="2250" b="0">
                <a:solidFill>
                  <a:srgbClr val="182431"/>
                </a:solidFill>
                <a:latin typeface="Arial"/>
                <a:ea typeface="Arial"/>
                <a:cs typeface="Arial"/>
              </a:defRPr>
            </a:pPr>
            <a:r>
              <a:rPr sz="2250" b="0">
                <a:solidFill>
                  <a:srgbClr val="182431"/>
                </a:solidFill>
                <a:latin typeface="Arial"/>
                <a:ea typeface="Arial"/>
                <a:cs typeface="Arial"/>
              </a:rPr>
              <a:t>Show edit denial, completion, and reopening.</a:t>
            </a:r>
          </a:p>
        </p:txBody>
      </p:sp>
      <p:sp>
        <p:nvSpPr>
          <p:cNvPr id="5" name="">
            <a:extLst xmlns:a="http://schemas.openxmlformats.org/drawingml/2006/main">
              <a:ext uri="{FF2B5EF4-FFF2-40B4-BE49-F238E27FC236}">
                <a16:creationId xmlns:a16="http://schemas.microsoft.com/office/drawing/2014/main" id="{F20E3C9A-E854-42F6-AEE8-6CEC8214828C}"/>
              </a:ext>
            </a:extLst>
          </p:cNvPr>
          <p:cNvSpPr>
            <a:spLocks xmlns:a="http://schemas.openxmlformats.org/drawingml/2006/main" noGrp="1"/>
          </p:cNvSpPr>
          <p:nvPr/>
        </p:nvSpPr>
        <p:spPr>
          <a:xfrm xmlns:a="http://schemas.openxmlformats.org/drawingml/2006/main">
            <a:off x="685800" y="4238625"/>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82431"/>
                </a:solidFill>
                <a:latin typeface="Arial"/>
                <a:ea typeface="Arial"/>
                <a:cs typeface="Arial"/>
              </a:defRPr>
            </a:defPPr>
            <a:lvl1pPr>
              <a:buNone/>
              <a:defRPr sz="2250" b="0">
                <a:solidFill>
                  <a:srgbClr val="182431"/>
                </a:solidFill>
                <a:latin typeface="Arial"/>
                <a:ea typeface="Arial"/>
                <a:cs typeface="Arial"/>
              </a:defRPr>
            </a:lvl1pPr>
            <a:lvl2pPr>
              <a:buNone/>
              <a:defRPr sz="2250" b="0">
                <a:solidFill>
                  <a:srgbClr val="182431"/>
                </a:solidFill>
                <a:latin typeface="Arial"/>
                <a:ea typeface="Arial"/>
                <a:cs typeface="Arial"/>
              </a:defRPr>
            </a:lvl2pPr>
            <a:lvl3pPr>
              <a:buNone/>
              <a:defRPr sz="2250" b="0">
                <a:solidFill>
                  <a:srgbClr val="182431"/>
                </a:solidFill>
                <a:latin typeface="Arial"/>
                <a:ea typeface="Arial"/>
                <a:cs typeface="Arial"/>
              </a:defRPr>
            </a:lvl3pPr>
            <a:lvl4pPr>
              <a:buNone/>
              <a:defRPr sz="2250" b="0">
                <a:solidFill>
                  <a:srgbClr val="182431"/>
                </a:solidFill>
                <a:latin typeface="Arial"/>
                <a:ea typeface="Arial"/>
                <a:cs typeface="Arial"/>
              </a:defRPr>
            </a:lvl4pPr>
            <a:lvl5pPr>
              <a:buNone/>
              <a:defRPr sz="2250" b="0">
                <a:solidFill>
                  <a:srgbClr val="182431"/>
                </a:solidFill>
                <a:latin typeface="Arial"/>
                <a:ea typeface="Arial"/>
                <a:cs typeface="Arial"/>
              </a:defRPr>
            </a:lvl5pPr>
            <a:lvl6pPr>
              <a:buNone/>
              <a:defRPr sz="2250" b="0">
                <a:solidFill>
                  <a:srgbClr val="182431"/>
                </a:solidFill>
                <a:latin typeface="Arial"/>
                <a:ea typeface="Arial"/>
                <a:cs typeface="Arial"/>
              </a:defRPr>
            </a:lvl6pPr>
            <a:lvl7pPr>
              <a:buNone/>
              <a:defRPr sz="2250" b="0">
                <a:solidFill>
                  <a:srgbClr val="182431"/>
                </a:solidFill>
                <a:latin typeface="Arial"/>
                <a:ea typeface="Arial"/>
                <a:cs typeface="Arial"/>
              </a:defRPr>
            </a:lvl7pPr>
            <a:lvl8pPr>
              <a:buNone/>
              <a:defRPr sz="2250" b="0">
                <a:solidFill>
                  <a:srgbClr val="182431"/>
                </a:solidFill>
                <a:latin typeface="Arial"/>
                <a:ea typeface="Arial"/>
                <a:cs typeface="Arial"/>
              </a:defRPr>
            </a:lvl8pPr>
            <a:lvl9pPr>
              <a:buNone/>
              <a:defRPr sz="2250" b="0">
                <a:solidFill>
                  <a:srgbClr val="182431"/>
                </a:solidFill>
                <a:latin typeface="Arial"/>
                <a:ea typeface="Arial"/>
                <a:cs typeface="Arial"/>
              </a:defRPr>
            </a:lvl9pPr>
          </a:lstStyle>
          <a:p xmlns:a="http://schemas.openxmlformats.org/drawingml/2006/main">
            <a:pPr>
              <a:buNone/>
              <a:defRPr sz="2250" b="0">
                <a:solidFill>
                  <a:srgbClr val="182431"/>
                </a:solidFill>
                <a:latin typeface="Arial"/>
                <a:ea typeface="Arial"/>
                <a:cs typeface="Arial"/>
              </a:defRPr>
            </a:pPr>
            <a:r>
              <a:rPr sz="2250" b="0">
                <a:solidFill>
                  <a:srgbClr val="182431"/>
                </a:solidFill>
                <a:latin typeface="Arial"/>
                <a:ea typeface="Arial"/>
                <a:cs typeface="Arial"/>
              </a:rPr>
              <a:t>Restart to show persistence, then demonstrate logout cleanup.</a:t>
            </a:r>
          </a:p>
        </p:txBody>
      </p:sp>
    </p:spTree>
    <p:extLst>
      <p:ext uri="{BB962C8B-B14F-4D97-AF65-F5344CB8AC3E}">
        <p14:creationId xmlns:p14="http://schemas.microsoft.com/office/powerpoint/2010/main" val="134198806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53EAAE3-D1CF-4242-881A-F7FE1203F676}"/>
              </a:ext>
            </a:extLst>
          </p:cNvPr>
          <p:cNvSpPr>
            <a:spLocks xmlns:a="http://schemas.openxmlformats.org/drawingml/2006/main" noGrp="1"/>
          </p:cNvSpPr>
          <p:nvPr/>
        </p:nvSpPr>
        <p:spPr>
          <a:xfrm xmlns:a="http://schemas.openxmlformats.org/drawingml/2006/main">
            <a:off x="609600" y="4191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82431"/>
                </a:solidFill>
                <a:latin typeface="Arial"/>
                <a:ea typeface="Arial"/>
                <a:cs typeface="Arial"/>
              </a:defRPr>
            </a:defPPr>
            <a:lvl1pPr>
              <a:buNone/>
              <a:defRPr sz="3300" b="1">
                <a:solidFill>
                  <a:srgbClr val="182431"/>
                </a:solidFill>
                <a:latin typeface="Arial"/>
                <a:ea typeface="Arial"/>
                <a:cs typeface="Arial"/>
              </a:defRPr>
            </a:lvl1pPr>
            <a:lvl2pPr>
              <a:buNone/>
              <a:defRPr sz="3300" b="1">
                <a:solidFill>
                  <a:srgbClr val="182431"/>
                </a:solidFill>
                <a:latin typeface="Arial"/>
                <a:ea typeface="Arial"/>
                <a:cs typeface="Arial"/>
              </a:defRPr>
            </a:lvl2pPr>
            <a:lvl3pPr>
              <a:buNone/>
              <a:defRPr sz="3300" b="1">
                <a:solidFill>
                  <a:srgbClr val="182431"/>
                </a:solidFill>
                <a:latin typeface="Arial"/>
                <a:ea typeface="Arial"/>
                <a:cs typeface="Arial"/>
              </a:defRPr>
            </a:lvl3pPr>
            <a:lvl4pPr>
              <a:buNone/>
              <a:defRPr sz="3300" b="1">
                <a:solidFill>
                  <a:srgbClr val="182431"/>
                </a:solidFill>
                <a:latin typeface="Arial"/>
                <a:ea typeface="Arial"/>
                <a:cs typeface="Arial"/>
              </a:defRPr>
            </a:lvl4pPr>
            <a:lvl5pPr>
              <a:buNone/>
              <a:defRPr sz="3300" b="1">
                <a:solidFill>
                  <a:srgbClr val="182431"/>
                </a:solidFill>
                <a:latin typeface="Arial"/>
                <a:ea typeface="Arial"/>
                <a:cs typeface="Arial"/>
              </a:defRPr>
            </a:lvl5pPr>
            <a:lvl6pPr>
              <a:buNone/>
              <a:defRPr sz="3300" b="1">
                <a:solidFill>
                  <a:srgbClr val="182431"/>
                </a:solidFill>
                <a:latin typeface="Arial"/>
                <a:ea typeface="Arial"/>
                <a:cs typeface="Arial"/>
              </a:defRPr>
            </a:lvl6pPr>
            <a:lvl7pPr>
              <a:buNone/>
              <a:defRPr sz="3300" b="1">
                <a:solidFill>
                  <a:srgbClr val="182431"/>
                </a:solidFill>
                <a:latin typeface="Arial"/>
                <a:ea typeface="Arial"/>
                <a:cs typeface="Arial"/>
              </a:defRPr>
            </a:lvl7pPr>
            <a:lvl8pPr>
              <a:buNone/>
              <a:defRPr sz="3300" b="1">
                <a:solidFill>
                  <a:srgbClr val="182431"/>
                </a:solidFill>
                <a:latin typeface="Arial"/>
                <a:ea typeface="Arial"/>
                <a:cs typeface="Arial"/>
              </a:defRPr>
            </a:lvl8pPr>
            <a:lvl9pPr>
              <a:buNone/>
              <a:defRPr sz="3300" b="1">
                <a:solidFill>
                  <a:srgbClr val="182431"/>
                </a:solidFill>
                <a:latin typeface="Arial"/>
                <a:ea typeface="Arial"/>
                <a:cs typeface="Arial"/>
              </a:defRPr>
            </a:lvl9pPr>
          </a:lstStyle>
          <a:p xmlns:a="http://schemas.openxmlformats.org/drawingml/2006/main">
            <a:pPr>
              <a:buNone/>
              <a:defRPr sz="3300" b="1">
                <a:solidFill>
                  <a:srgbClr val="182431"/>
                </a:solidFill>
                <a:latin typeface="Arial"/>
                <a:ea typeface="Arial"/>
                <a:cs typeface="Arial"/>
              </a:defRPr>
            </a:pPr>
            <a:r>
              <a:rPr sz="3300" b="1">
                <a:solidFill>
                  <a:srgbClr val="182431"/>
                </a:solidFill>
                <a:latin typeface="Arial"/>
                <a:ea typeface="Arial"/>
                <a:cs typeface="Arial"/>
              </a:rPr>
              <a:t>Team contributions</a:t>
            </a:r>
          </a:p>
        </p:txBody>
      </p:sp>
      <p:sp>
        <p:nvSpPr>
          <p:cNvPr id="2" name="">
            <a:extLst xmlns:a="http://schemas.openxmlformats.org/drawingml/2006/main">
              <a:ext uri="{FF2B5EF4-FFF2-40B4-BE49-F238E27FC236}">
                <a16:creationId xmlns:a16="http://schemas.microsoft.com/office/drawing/2014/main" id="{CCD7A897-BB76-4E0D-9C78-22E7C2953EDF}"/>
              </a:ext>
            </a:extLst>
          </p:cNvPr>
          <p:cNvSpPr>
            <a:spLocks xmlns:a="http://schemas.openxmlformats.org/drawingml/2006/main" noGrp="1"/>
          </p:cNvSpPr>
          <p:nvPr/>
        </p:nvSpPr>
        <p:spPr>
          <a:xfrm xmlns:a="http://schemas.openxmlformats.org/drawingml/2006/main">
            <a:off x="685800" y="163830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82431"/>
                </a:solidFill>
                <a:latin typeface="Arial"/>
                <a:ea typeface="Arial"/>
                <a:cs typeface="Arial"/>
              </a:defRPr>
            </a:defPPr>
            <a:lvl1pPr>
              <a:buNone/>
              <a:defRPr sz="2250" b="0">
                <a:solidFill>
                  <a:srgbClr val="182431"/>
                </a:solidFill>
                <a:latin typeface="Arial"/>
                <a:ea typeface="Arial"/>
                <a:cs typeface="Arial"/>
              </a:defRPr>
            </a:lvl1pPr>
            <a:lvl2pPr>
              <a:buNone/>
              <a:defRPr sz="2250" b="0">
                <a:solidFill>
                  <a:srgbClr val="182431"/>
                </a:solidFill>
                <a:latin typeface="Arial"/>
                <a:ea typeface="Arial"/>
                <a:cs typeface="Arial"/>
              </a:defRPr>
            </a:lvl2pPr>
            <a:lvl3pPr>
              <a:buNone/>
              <a:defRPr sz="2250" b="0">
                <a:solidFill>
                  <a:srgbClr val="182431"/>
                </a:solidFill>
                <a:latin typeface="Arial"/>
                <a:ea typeface="Arial"/>
                <a:cs typeface="Arial"/>
              </a:defRPr>
            </a:lvl3pPr>
            <a:lvl4pPr>
              <a:buNone/>
              <a:defRPr sz="2250" b="0">
                <a:solidFill>
                  <a:srgbClr val="182431"/>
                </a:solidFill>
                <a:latin typeface="Arial"/>
                <a:ea typeface="Arial"/>
                <a:cs typeface="Arial"/>
              </a:defRPr>
            </a:lvl4pPr>
            <a:lvl5pPr>
              <a:buNone/>
              <a:defRPr sz="2250" b="0">
                <a:solidFill>
                  <a:srgbClr val="182431"/>
                </a:solidFill>
                <a:latin typeface="Arial"/>
                <a:ea typeface="Arial"/>
                <a:cs typeface="Arial"/>
              </a:defRPr>
            </a:lvl5pPr>
            <a:lvl6pPr>
              <a:buNone/>
              <a:defRPr sz="2250" b="0">
                <a:solidFill>
                  <a:srgbClr val="182431"/>
                </a:solidFill>
                <a:latin typeface="Arial"/>
                <a:ea typeface="Arial"/>
                <a:cs typeface="Arial"/>
              </a:defRPr>
            </a:lvl6pPr>
            <a:lvl7pPr>
              <a:buNone/>
              <a:defRPr sz="2250" b="0">
                <a:solidFill>
                  <a:srgbClr val="182431"/>
                </a:solidFill>
                <a:latin typeface="Arial"/>
                <a:ea typeface="Arial"/>
                <a:cs typeface="Arial"/>
              </a:defRPr>
            </a:lvl7pPr>
            <a:lvl8pPr>
              <a:buNone/>
              <a:defRPr sz="2250" b="0">
                <a:solidFill>
                  <a:srgbClr val="182431"/>
                </a:solidFill>
                <a:latin typeface="Arial"/>
                <a:ea typeface="Arial"/>
                <a:cs typeface="Arial"/>
              </a:defRPr>
            </a:lvl8pPr>
            <a:lvl9pPr>
              <a:buNone/>
              <a:defRPr sz="2250" b="0">
                <a:solidFill>
                  <a:srgbClr val="182431"/>
                </a:solidFill>
                <a:latin typeface="Arial"/>
                <a:ea typeface="Arial"/>
                <a:cs typeface="Arial"/>
              </a:defRPr>
            </a:lvl9pPr>
          </a:lstStyle>
          <a:p xmlns:a="http://schemas.openxmlformats.org/drawingml/2006/main">
            <a:pPr>
              <a:buNone/>
              <a:defRPr sz="2250" b="0">
                <a:solidFill>
                  <a:srgbClr val="182431"/>
                </a:solidFill>
                <a:latin typeface="Arial"/>
                <a:ea typeface="Arial"/>
                <a:cs typeface="Arial"/>
              </a:defRPr>
            </a:pPr>
            <a:r>
              <a:rPr sz="2250" b="0">
                <a:solidFill>
                  <a:srgbClr val="182431"/>
                </a:solidFill>
                <a:latin typeface="Arial"/>
                <a:ea typeface="Arial"/>
                <a:cs typeface="Arial"/>
              </a:rPr>
              <a:t>Amanda’s TaskController commit remains in main.</a:t>
            </a:r>
          </a:p>
        </p:txBody>
      </p:sp>
      <p:sp>
        <p:nvSpPr>
          <p:cNvPr id="3" name="">
            <a:extLst xmlns:a="http://schemas.openxmlformats.org/drawingml/2006/main">
              <a:ext uri="{FF2B5EF4-FFF2-40B4-BE49-F238E27FC236}">
                <a16:creationId xmlns:a16="http://schemas.microsoft.com/office/drawing/2014/main" id="{052CF9BC-DA25-4F91-852E-A9E07CDC31A8}"/>
              </a:ext>
            </a:extLst>
          </p:cNvPr>
          <p:cNvSpPr>
            <a:spLocks xmlns:a="http://schemas.openxmlformats.org/drawingml/2006/main" noGrp="1"/>
          </p:cNvSpPr>
          <p:nvPr/>
        </p:nvSpPr>
        <p:spPr>
          <a:xfrm xmlns:a="http://schemas.openxmlformats.org/drawingml/2006/main">
            <a:off x="685800" y="2505075"/>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82431"/>
                </a:solidFill>
                <a:latin typeface="Arial"/>
                <a:ea typeface="Arial"/>
                <a:cs typeface="Arial"/>
              </a:defRPr>
            </a:defPPr>
            <a:lvl1pPr>
              <a:buNone/>
              <a:defRPr sz="2250" b="0">
                <a:solidFill>
                  <a:srgbClr val="182431"/>
                </a:solidFill>
                <a:latin typeface="Arial"/>
                <a:ea typeface="Arial"/>
                <a:cs typeface="Arial"/>
              </a:defRPr>
            </a:lvl1pPr>
            <a:lvl2pPr>
              <a:buNone/>
              <a:defRPr sz="2250" b="0">
                <a:solidFill>
                  <a:srgbClr val="182431"/>
                </a:solidFill>
                <a:latin typeface="Arial"/>
                <a:ea typeface="Arial"/>
                <a:cs typeface="Arial"/>
              </a:defRPr>
            </a:lvl2pPr>
            <a:lvl3pPr>
              <a:buNone/>
              <a:defRPr sz="2250" b="0">
                <a:solidFill>
                  <a:srgbClr val="182431"/>
                </a:solidFill>
                <a:latin typeface="Arial"/>
                <a:ea typeface="Arial"/>
                <a:cs typeface="Arial"/>
              </a:defRPr>
            </a:lvl3pPr>
            <a:lvl4pPr>
              <a:buNone/>
              <a:defRPr sz="2250" b="0">
                <a:solidFill>
                  <a:srgbClr val="182431"/>
                </a:solidFill>
                <a:latin typeface="Arial"/>
                <a:ea typeface="Arial"/>
                <a:cs typeface="Arial"/>
              </a:defRPr>
            </a:lvl4pPr>
            <a:lvl5pPr>
              <a:buNone/>
              <a:defRPr sz="2250" b="0">
                <a:solidFill>
                  <a:srgbClr val="182431"/>
                </a:solidFill>
                <a:latin typeface="Arial"/>
                <a:ea typeface="Arial"/>
                <a:cs typeface="Arial"/>
              </a:defRPr>
            </a:lvl5pPr>
            <a:lvl6pPr>
              <a:buNone/>
              <a:defRPr sz="2250" b="0">
                <a:solidFill>
                  <a:srgbClr val="182431"/>
                </a:solidFill>
                <a:latin typeface="Arial"/>
                <a:ea typeface="Arial"/>
                <a:cs typeface="Arial"/>
              </a:defRPr>
            </a:lvl6pPr>
            <a:lvl7pPr>
              <a:buNone/>
              <a:defRPr sz="2250" b="0">
                <a:solidFill>
                  <a:srgbClr val="182431"/>
                </a:solidFill>
                <a:latin typeface="Arial"/>
                <a:ea typeface="Arial"/>
                <a:cs typeface="Arial"/>
              </a:defRPr>
            </a:lvl7pPr>
            <a:lvl8pPr>
              <a:buNone/>
              <a:defRPr sz="2250" b="0">
                <a:solidFill>
                  <a:srgbClr val="182431"/>
                </a:solidFill>
                <a:latin typeface="Arial"/>
                <a:ea typeface="Arial"/>
                <a:cs typeface="Arial"/>
              </a:defRPr>
            </a:lvl8pPr>
            <a:lvl9pPr>
              <a:buNone/>
              <a:defRPr sz="2250" b="0">
                <a:solidFill>
                  <a:srgbClr val="182431"/>
                </a:solidFill>
                <a:latin typeface="Arial"/>
                <a:ea typeface="Arial"/>
                <a:cs typeface="Arial"/>
              </a:defRPr>
            </a:lvl9pPr>
          </a:lstStyle>
          <a:p xmlns:a="http://schemas.openxmlformats.org/drawingml/2006/main">
            <a:pPr>
              <a:buNone/>
              <a:defRPr sz="2250" b="0">
                <a:solidFill>
                  <a:srgbClr val="182431"/>
                </a:solidFill>
                <a:latin typeface="Arial"/>
                <a:ea typeface="Arial"/>
                <a:cs typeface="Arial"/>
              </a:defRPr>
            </a:pPr>
            <a:r>
              <a:rPr sz="2250" b="0">
                <a:solidFill>
                  <a:srgbClr val="182431"/>
                </a:solidFill>
                <a:latin typeface="Arial"/>
                <a:ea typeface="Arial"/>
                <a:cs typeface="Arial"/>
              </a:rPr>
              <a:t>Commit 63d8ae6 implements task operations and permissions.</a:t>
            </a:r>
          </a:p>
        </p:txBody>
      </p:sp>
      <p:sp>
        <p:nvSpPr>
          <p:cNvPr id="4" name="">
            <a:extLst xmlns:a="http://schemas.openxmlformats.org/drawingml/2006/main">
              <a:ext uri="{FF2B5EF4-FFF2-40B4-BE49-F238E27FC236}">
                <a16:creationId xmlns:a16="http://schemas.microsoft.com/office/drawing/2014/main" id="{1CEC5586-419B-4C4A-95CA-CBBF2628E977}"/>
              </a:ext>
            </a:extLst>
          </p:cNvPr>
          <p:cNvSpPr>
            <a:spLocks xmlns:a="http://schemas.openxmlformats.org/drawingml/2006/main" noGrp="1"/>
          </p:cNvSpPr>
          <p:nvPr/>
        </p:nvSpPr>
        <p:spPr>
          <a:xfrm xmlns:a="http://schemas.openxmlformats.org/drawingml/2006/main">
            <a:off x="685800" y="337185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82431"/>
                </a:solidFill>
                <a:latin typeface="Arial"/>
                <a:ea typeface="Arial"/>
                <a:cs typeface="Arial"/>
              </a:defRPr>
            </a:defPPr>
            <a:lvl1pPr>
              <a:buNone/>
              <a:defRPr sz="2250" b="0">
                <a:solidFill>
                  <a:srgbClr val="182431"/>
                </a:solidFill>
                <a:latin typeface="Arial"/>
                <a:ea typeface="Arial"/>
                <a:cs typeface="Arial"/>
              </a:defRPr>
            </a:lvl1pPr>
            <a:lvl2pPr>
              <a:buNone/>
              <a:defRPr sz="2250" b="0">
                <a:solidFill>
                  <a:srgbClr val="182431"/>
                </a:solidFill>
                <a:latin typeface="Arial"/>
                <a:ea typeface="Arial"/>
                <a:cs typeface="Arial"/>
              </a:defRPr>
            </a:lvl2pPr>
            <a:lvl3pPr>
              <a:buNone/>
              <a:defRPr sz="2250" b="0">
                <a:solidFill>
                  <a:srgbClr val="182431"/>
                </a:solidFill>
                <a:latin typeface="Arial"/>
                <a:ea typeface="Arial"/>
                <a:cs typeface="Arial"/>
              </a:defRPr>
            </a:lvl3pPr>
            <a:lvl4pPr>
              <a:buNone/>
              <a:defRPr sz="2250" b="0">
                <a:solidFill>
                  <a:srgbClr val="182431"/>
                </a:solidFill>
                <a:latin typeface="Arial"/>
                <a:ea typeface="Arial"/>
                <a:cs typeface="Arial"/>
              </a:defRPr>
            </a:lvl4pPr>
            <a:lvl5pPr>
              <a:buNone/>
              <a:defRPr sz="2250" b="0">
                <a:solidFill>
                  <a:srgbClr val="182431"/>
                </a:solidFill>
                <a:latin typeface="Arial"/>
                <a:ea typeface="Arial"/>
                <a:cs typeface="Arial"/>
              </a:defRPr>
            </a:lvl5pPr>
            <a:lvl6pPr>
              <a:buNone/>
              <a:defRPr sz="2250" b="0">
                <a:solidFill>
                  <a:srgbClr val="182431"/>
                </a:solidFill>
                <a:latin typeface="Arial"/>
                <a:ea typeface="Arial"/>
                <a:cs typeface="Arial"/>
              </a:defRPr>
            </a:lvl6pPr>
            <a:lvl7pPr>
              <a:buNone/>
              <a:defRPr sz="2250" b="0">
                <a:solidFill>
                  <a:srgbClr val="182431"/>
                </a:solidFill>
                <a:latin typeface="Arial"/>
                <a:ea typeface="Arial"/>
                <a:cs typeface="Arial"/>
              </a:defRPr>
            </a:lvl7pPr>
            <a:lvl8pPr>
              <a:buNone/>
              <a:defRPr sz="2250" b="0">
                <a:solidFill>
                  <a:srgbClr val="182431"/>
                </a:solidFill>
                <a:latin typeface="Arial"/>
                <a:ea typeface="Arial"/>
                <a:cs typeface="Arial"/>
              </a:defRPr>
            </a:lvl8pPr>
            <a:lvl9pPr>
              <a:buNone/>
              <a:defRPr sz="2250" b="0">
                <a:solidFill>
                  <a:srgbClr val="182431"/>
                </a:solidFill>
                <a:latin typeface="Arial"/>
                <a:ea typeface="Arial"/>
                <a:cs typeface="Arial"/>
              </a:defRPr>
            </a:lvl9pPr>
          </a:lstStyle>
          <a:p xmlns:a="http://schemas.openxmlformats.org/drawingml/2006/main">
            <a:pPr>
              <a:buNone/>
              <a:defRPr sz="2250" b="0">
                <a:solidFill>
                  <a:srgbClr val="182431"/>
                </a:solidFill>
                <a:latin typeface="Arial"/>
                <a:ea typeface="Arial"/>
                <a:cs typeface="Arial"/>
              </a:defRPr>
            </a:pPr>
            <a:r>
              <a:rPr sz="2250" b="0">
                <a:solidFill>
                  <a:srgbClr val="182431"/>
                </a:solidFill>
                <a:latin typeface="Arial"/>
                <a:ea typeface="Arial"/>
                <a:cs typeface="Arial"/>
              </a:rPr>
              <a:t>Alexander’s history includes integration, UI, tests, and docs.</a:t>
            </a:r>
          </a:p>
        </p:txBody>
      </p:sp>
      <p:sp>
        <p:nvSpPr>
          <p:cNvPr id="5" name="">
            <a:extLst xmlns:a="http://schemas.openxmlformats.org/drawingml/2006/main">
              <a:ext uri="{FF2B5EF4-FFF2-40B4-BE49-F238E27FC236}">
                <a16:creationId xmlns:a16="http://schemas.microsoft.com/office/drawing/2014/main" id="{ED535308-4198-4290-A687-118545242D16}"/>
              </a:ext>
            </a:extLst>
          </p:cNvPr>
          <p:cNvSpPr>
            <a:spLocks xmlns:a="http://schemas.openxmlformats.org/drawingml/2006/main" noGrp="1"/>
          </p:cNvSpPr>
          <p:nvPr/>
        </p:nvSpPr>
        <p:spPr>
          <a:xfrm xmlns:a="http://schemas.openxmlformats.org/drawingml/2006/main">
            <a:off x="685800" y="4238625"/>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82431"/>
                </a:solidFill>
                <a:latin typeface="Arial"/>
                <a:ea typeface="Arial"/>
                <a:cs typeface="Arial"/>
              </a:defRPr>
            </a:defPPr>
            <a:lvl1pPr>
              <a:buNone/>
              <a:defRPr sz="2250" b="0">
                <a:solidFill>
                  <a:srgbClr val="182431"/>
                </a:solidFill>
                <a:latin typeface="Arial"/>
                <a:ea typeface="Arial"/>
                <a:cs typeface="Arial"/>
              </a:defRPr>
            </a:lvl1pPr>
            <a:lvl2pPr>
              <a:buNone/>
              <a:defRPr sz="2250" b="0">
                <a:solidFill>
                  <a:srgbClr val="182431"/>
                </a:solidFill>
                <a:latin typeface="Arial"/>
                <a:ea typeface="Arial"/>
                <a:cs typeface="Arial"/>
              </a:defRPr>
            </a:lvl2pPr>
            <a:lvl3pPr>
              <a:buNone/>
              <a:defRPr sz="2250" b="0">
                <a:solidFill>
                  <a:srgbClr val="182431"/>
                </a:solidFill>
                <a:latin typeface="Arial"/>
                <a:ea typeface="Arial"/>
                <a:cs typeface="Arial"/>
              </a:defRPr>
            </a:lvl3pPr>
            <a:lvl4pPr>
              <a:buNone/>
              <a:defRPr sz="2250" b="0">
                <a:solidFill>
                  <a:srgbClr val="182431"/>
                </a:solidFill>
                <a:latin typeface="Arial"/>
                <a:ea typeface="Arial"/>
                <a:cs typeface="Arial"/>
              </a:defRPr>
            </a:lvl4pPr>
            <a:lvl5pPr>
              <a:buNone/>
              <a:defRPr sz="2250" b="0">
                <a:solidFill>
                  <a:srgbClr val="182431"/>
                </a:solidFill>
                <a:latin typeface="Arial"/>
                <a:ea typeface="Arial"/>
                <a:cs typeface="Arial"/>
              </a:defRPr>
            </a:lvl5pPr>
            <a:lvl6pPr>
              <a:buNone/>
              <a:defRPr sz="2250" b="0">
                <a:solidFill>
                  <a:srgbClr val="182431"/>
                </a:solidFill>
                <a:latin typeface="Arial"/>
                <a:ea typeface="Arial"/>
                <a:cs typeface="Arial"/>
              </a:defRPr>
            </a:lvl6pPr>
            <a:lvl7pPr>
              <a:buNone/>
              <a:defRPr sz="2250" b="0">
                <a:solidFill>
                  <a:srgbClr val="182431"/>
                </a:solidFill>
                <a:latin typeface="Arial"/>
                <a:ea typeface="Arial"/>
                <a:cs typeface="Arial"/>
              </a:defRPr>
            </a:lvl7pPr>
            <a:lvl8pPr>
              <a:buNone/>
              <a:defRPr sz="2250" b="0">
                <a:solidFill>
                  <a:srgbClr val="182431"/>
                </a:solidFill>
                <a:latin typeface="Arial"/>
                <a:ea typeface="Arial"/>
                <a:cs typeface="Arial"/>
              </a:defRPr>
            </a:lvl8pPr>
            <a:lvl9pPr>
              <a:buNone/>
              <a:defRPr sz="2250" b="0">
                <a:solidFill>
                  <a:srgbClr val="182431"/>
                </a:solidFill>
                <a:latin typeface="Arial"/>
                <a:ea typeface="Arial"/>
                <a:cs typeface="Arial"/>
              </a:defRPr>
            </a:lvl9pPr>
          </a:lstStyle>
          <a:p xmlns:a="http://schemas.openxmlformats.org/drawingml/2006/main">
            <a:pPr>
              <a:buNone/>
              <a:defRPr sz="2250" b="0">
                <a:solidFill>
                  <a:srgbClr val="182431"/>
                </a:solidFill>
                <a:latin typeface="Arial"/>
                <a:ea typeface="Arial"/>
                <a:cs typeface="Arial"/>
              </a:defRPr>
            </a:pPr>
            <a:r>
              <a:rPr sz="2250" b="0">
                <a:solidFill>
                  <a:srgbClr val="182431"/>
                </a:solidFill>
                <a:latin typeface="Arial"/>
                <a:ea typeface="Arial"/>
                <a:cs typeface="Arial"/>
              </a:rPr>
              <a:t>Git history records the implementation contributions.</a:t>
            </a:r>
          </a:p>
        </p:txBody>
      </p:sp>
    </p:spTree>
    <p:extLst>
      <p:ext uri="{BB962C8B-B14F-4D97-AF65-F5344CB8AC3E}">
        <p14:creationId xmlns:p14="http://schemas.microsoft.com/office/powerpoint/2010/main" val="61756173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2AA531F-C83B-436B-80EF-790E9F5972FF}"/>
              </a:ext>
            </a:extLst>
          </p:cNvPr>
          <p:cNvSpPr>
            <a:spLocks xmlns:a="http://schemas.openxmlformats.org/drawingml/2006/main" noGrp="1"/>
          </p:cNvSpPr>
          <p:nvPr/>
        </p:nvSpPr>
        <p:spPr>
          <a:xfrm xmlns:a="http://schemas.openxmlformats.org/drawingml/2006/main">
            <a:off x="609600" y="4191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82431"/>
                </a:solidFill>
                <a:latin typeface="Arial"/>
                <a:ea typeface="Arial"/>
                <a:cs typeface="Arial"/>
              </a:defRPr>
            </a:defPPr>
            <a:lvl1pPr>
              <a:buNone/>
              <a:defRPr sz="3300" b="1">
                <a:solidFill>
                  <a:srgbClr val="182431"/>
                </a:solidFill>
                <a:latin typeface="Arial"/>
                <a:ea typeface="Arial"/>
                <a:cs typeface="Arial"/>
              </a:defRPr>
            </a:lvl1pPr>
            <a:lvl2pPr>
              <a:buNone/>
              <a:defRPr sz="3300" b="1">
                <a:solidFill>
                  <a:srgbClr val="182431"/>
                </a:solidFill>
                <a:latin typeface="Arial"/>
                <a:ea typeface="Arial"/>
                <a:cs typeface="Arial"/>
              </a:defRPr>
            </a:lvl2pPr>
            <a:lvl3pPr>
              <a:buNone/>
              <a:defRPr sz="3300" b="1">
                <a:solidFill>
                  <a:srgbClr val="182431"/>
                </a:solidFill>
                <a:latin typeface="Arial"/>
                <a:ea typeface="Arial"/>
                <a:cs typeface="Arial"/>
              </a:defRPr>
            </a:lvl3pPr>
            <a:lvl4pPr>
              <a:buNone/>
              <a:defRPr sz="3300" b="1">
                <a:solidFill>
                  <a:srgbClr val="182431"/>
                </a:solidFill>
                <a:latin typeface="Arial"/>
                <a:ea typeface="Arial"/>
                <a:cs typeface="Arial"/>
              </a:defRPr>
            </a:lvl4pPr>
            <a:lvl5pPr>
              <a:buNone/>
              <a:defRPr sz="3300" b="1">
                <a:solidFill>
                  <a:srgbClr val="182431"/>
                </a:solidFill>
                <a:latin typeface="Arial"/>
                <a:ea typeface="Arial"/>
                <a:cs typeface="Arial"/>
              </a:defRPr>
            </a:lvl5pPr>
            <a:lvl6pPr>
              <a:buNone/>
              <a:defRPr sz="3300" b="1">
                <a:solidFill>
                  <a:srgbClr val="182431"/>
                </a:solidFill>
                <a:latin typeface="Arial"/>
                <a:ea typeface="Arial"/>
                <a:cs typeface="Arial"/>
              </a:defRPr>
            </a:lvl6pPr>
            <a:lvl7pPr>
              <a:buNone/>
              <a:defRPr sz="3300" b="1">
                <a:solidFill>
                  <a:srgbClr val="182431"/>
                </a:solidFill>
                <a:latin typeface="Arial"/>
                <a:ea typeface="Arial"/>
                <a:cs typeface="Arial"/>
              </a:defRPr>
            </a:lvl7pPr>
            <a:lvl8pPr>
              <a:buNone/>
              <a:defRPr sz="3300" b="1">
                <a:solidFill>
                  <a:srgbClr val="182431"/>
                </a:solidFill>
                <a:latin typeface="Arial"/>
                <a:ea typeface="Arial"/>
                <a:cs typeface="Arial"/>
              </a:defRPr>
            </a:lvl8pPr>
            <a:lvl9pPr>
              <a:buNone/>
              <a:defRPr sz="3300" b="1">
                <a:solidFill>
                  <a:srgbClr val="182431"/>
                </a:solidFill>
                <a:latin typeface="Arial"/>
                <a:ea typeface="Arial"/>
                <a:cs typeface="Arial"/>
              </a:defRPr>
            </a:lvl9pPr>
          </a:lstStyle>
          <a:p xmlns:a="http://schemas.openxmlformats.org/drawingml/2006/main">
            <a:pPr>
              <a:buNone/>
              <a:defRPr sz="3300" b="1">
                <a:solidFill>
                  <a:srgbClr val="182431"/>
                </a:solidFill>
                <a:latin typeface="Arial"/>
                <a:ea typeface="Arial"/>
                <a:cs typeface="Arial"/>
              </a:defRPr>
            </a:pPr>
            <a:r>
              <a:rPr sz="3300" b="1">
                <a:solidFill>
                  <a:srgbClr val="182431"/>
                </a:solidFill>
                <a:latin typeface="Arial"/>
                <a:ea typeface="Arial"/>
                <a:cs typeface="Arial"/>
              </a:rPr>
              <a:t>Limitations and future improvements</a:t>
            </a:r>
          </a:p>
        </p:txBody>
      </p:sp>
      <p:sp>
        <p:nvSpPr>
          <p:cNvPr id="2" name="">
            <a:extLst xmlns:a="http://schemas.openxmlformats.org/drawingml/2006/main">
              <a:ext uri="{FF2B5EF4-FFF2-40B4-BE49-F238E27FC236}">
                <a16:creationId xmlns:a16="http://schemas.microsoft.com/office/drawing/2014/main" id="{D6F1DCAB-A49D-4003-944B-673A2589700D}"/>
              </a:ext>
            </a:extLst>
          </p:cNvPr>
          <p:cNvSpPr>
            <a:spLocks xmlns:a="http://schemas.openxmlformats.org/drawingml/2006/main" noGrp="1"/>
          </p:cNvSpPr>
          <p:nvPr/>
        </p:nvSpPr>
        <p:spPr>
          <a:xfrm xmlns:a="http://schemas.openxmlformats.org/drawingml/2006/main">
            <a:off x="685800" y="163830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82431"/>
                </a:solidFill>
                <a:latin typeface="Arial"/>
                <a:ea typeface="Arial"/>
                <a:cs typeface="Arial"/>
              </a:defRPr>
            </a:defPPr>
            <a:lvl1pPr>
              <a:buNone/>
              <a:defRPr sz="2250" b="0">
                <a:solidFill>
                  <a:srgbClr val="182431"/>
                </a:solidFill>
                <a:latin typeface="Arial"/>
                <a:ea typeface="Arial"/>
                <a:cs typeface="Arial"/>
              </a:defRPr>
            </a:lvl1pPr>
            <a:lvl2pPr>
              <a:buNone/>
              <a:defRPr sz="2250" b="0">
                <a:solidFill>
                  <a:srgbClr val="182431"/>
                </a:solidFill>
                <a:latin typeface="Arial"/>
                <a:ea typeface="Arial"/>
                <a:cs typeface="Arial"/>
              </a:defRPr>
            </a:lvl2pPr>
            <a:lvl3pPr>
              <a:buNone/>
              <a:defRPr sz="2250" b="0">
                <a:solidFill>
                  <a:srgbClr val="182431"/>
                </a:solidFill>
                <a:latin typeface="Arial"/>
                <a:ea typeface="Arial"/>
                <a:cs typeface="Arial"/>
              </a:defRPr>
            </a:lvl3pPr>
            <a:lvl4pPr>
              <a:buNone/>
              <a:defRPr sz="2250" b="0">
                <a:solidFill>
                  <a:srgbClr val="182431"/>
                </a:solidFill>
                <a:latin typeface="Arial"/>
                <a:ea typeface="Arial"/>
                <a:cs typeface="Arial"/>
              </a:defRPr>
            </a:lvl4pPr>
            <a:lvl5pPr>
              <a:buNone/>
              <a:defRPr sz="2250" b="0">
                <a:solidFill>
                  <a:srgbClr val="182431"/>
                </a:solidFill>
                <a:latin typeface="Arial"/>
                <a:ea typeface="Arial"/>
                <a:cs typeface="Arial"/>
              </a:defRPr>
            </a:lvl5pPr>
            <a:lvl6pPr>
              <a:buNone/>
              <a:defRPr sz="2250" b="0">
                <a:solidFill>
                  <a:srgbClr val="182431"/>
                </a:solidFill>
                <a:latin typeface="Arial"/>
                <a:ea typeface="Arial"/>
                <a:cs typeface="Arial"/>
              </a:defRPr>
            </a:lvl6pPr>
            <a:lvl7pPr>
              <a:buNone/>
              <a:defRPr sz="2250" b="0">
                <a:solidFill>
                  <a:srgbClr val="182431"/>
                </a:solidFill>
                <a:latin typeface="Arial"/>
                <a:ea typeface="Arial"/>
                <a:cs typeface="Arial"/>
              </a:defRPr>
            </a:lvl7pPr>
            <a:lvl8pPr>
              <a:buNone/>
              <a:defRPr sz="2250" b="0">
                <a:solidFill>
                  <a:srgbClr val="182431"/>
                </a:solidFill>
                <a:latin typeface="Arial"/>
                <a:ea typeface="Arial"/>
                <a:cs typeface="Arial"/>
              </a:defRPr>
            </a:lvl8pPr>
            <a:lvl9pPr>
              <a:buNone/>
              <a:defRPr sz="2250" b="0">
                <a:solidFill>
                  <a:srgbClr val="182431"/>
                </a:solidFill>
                <a:latin typeface="Arial"/>
                <a:ea typeface="Arial"/>
                <a:cs typeface="Arial"/>
              </a:defRPr>
            </a:lvl9pPr>
          </a:lstStyle>
          <a:p xmlns:a="http://schemas.openxmlformats.org/drawingml/2006/main">
            <a:pPr>
              <a:buNone/>
              <a:defRPr sz="2250" b="0">
                <a:solidFill>
                  <a:srgbClr val="182431"/>
                </a:solidFill>
                <a:latin typeface="Arial"/>
                <a:ea typeface="Arial"/>
                <a:cs typeface="Arial"/>
              </a:defRPr>
            </a:pPr>
            <a:r>
              <a:rPr sz="2250" b="0">
                <a:solidFill>
                  <a:srgbClr val="182431"/>
                </a:solidFill>
                <a:latin typeface="Arial"/>
                <a:ea typeface="Arial"/>
                <a:cs typeface="Arial"/>
              </a:rPr>
              <a:t>The application shares one local SQLite database.</a:t>
            </a:r>
          </a:p>
        </p:txBody>
      </p:sp>
      <p:sp>
        <p:nvSpPr>
          <p:cNvPr id="3" name="">
            <a:extLst xmlns:a="http://schemas.openxmlformats.org/drawingml/2006/main">
              <a:ext uri="{FF2B5EF4-FFF2-40B4-BE49-F238E27FC236}">
                <a16:creationId xmlns:a16="http://schemas.microsoft.com/office/drawing/2014/main" id="{3215362C-8194-49E8-B2AB-D557840F1EDA}"/>
              </a:ext>
            </a:extLst>
          </p:cNvPr>
          <p:cNvSpPr>
            <a:spLocks xmlns:a="http://schemas.openxmlformats.org/drawingml/2006/main" noGrp="1"/>
          </p:cNvSpPr>
          <p:nvPr/>
        </p:nvSpPr>
        <p:spPr>
          <a:xfrm xmlns:a="http://schemas.openxmlformats.org/drawingml/2006/main">
            <a:off x="685800" y="2505075"/>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82431"/>
                </a:solidFill>
                <a:latin typeface="Arial"/>
                <a:ea typeface="Arial"/>
                <a:cs typeface="Arial"/>
              </a:defRPr>
            </a:defPPr>
            <a:lvl1pPr>
              <a:buNone/>
              <a:defRPr sz="2250" b="0">
                <a:solidFill>
                  <a:srgbClr val="182431"/>
                </a:solidFill>
                <a:latin typeface="Arial"/>
                <a:ea typeface="Arial"/>
                <a:cs typeface="Arial"/>
              </a:defRPr>
            </a:lvl1pPr>
            <a:lvl2pPr>
              <a:buNone/>
              <a:defRPr sz="2250" b="0">
                <a:solidFill>
                  <a:srgbClr val="182431"/>
                </a:solidFill>
                <a:latin typeface="Arial"/>
                <a:ea typeface="Arial"/>
                <a:cs typeface="Arial"/>
              </a:defRPr>
            </a:lvl2pPr>
            <a:lvl3pPr>
              <a:buNone/>
              <a:defRPr sz="2250" b="0">
                <a:solidFill>
                  <a:srgbClr val="182431"/>
                </a:solidFill>
                <a:latin typeface="Arial"/>
                <a:ea typeface="Arial"/>
                <a:cs typeface="Arial"/>
              </a:defRPr>
            </a:lvl3pPr>
            <a:lvl4pPr>
              <a:buNone/>
              <a:defRPr sz="2250" b="0">
                <a:solidFill>
                  <a:srgbClr val="182431"/>
                </a:solidFill>
                <a:latin typeface="Arial"/>
                <a:ea typeface="Arial"/>
                <a:cs typeface="Arial"/>
              </a:defRPr>
            </a:lvl4pPr>
            <a:lvl5pPr>
              <a:buNone/>
              <a:defRPr sz="2250" b="0">
                <a:solidFill>
                  <a:srgbClr val="182431"/>
                </a:solidFill>
                <a:latin typeface="Arial"/>
                <a:ea typeface="Arial"/>
                <a:cs typeface="Arial"/>
              </a:defRPr>
            </a:lvl5pPr>
            <a:lvl6pPr>
              <a:buNone/>
              <a:defRPr sz="2250" b="0">
                <a:solidFill>
                  <a:srgbClr val="182431"/>
                </a:solidFill>
                <a:latin typeface="Arial"/>
                <a:ea typeface="Arial"/>
                <a:cs typeface="Arial"/>
              </a:defRPr>
            </a:lvl6pPr>
            <a:lvl7pPr>
              <a:buNone/>
              <a:defRPr sz="2250" b="0">
                <a:solidFill>
                  <a:srgbClr val="182431"/>
                </a:solidFill>
                <a:latin typeface="Arial"/>
                <a:ea typeface="Arial"/>
                <a:cs typeface="Arial"/>
              </a:defRPr>
            </a:lvl7pPr>
            <a:lvl8pPr>
              <a:buNone/>
              <a:defRPr sz="2250" b="0">
                <a:solidFill>
                  <a:srgbClr val="182431"/>
                </a:solidFill>
                <a:latin typeface="Arial"/>
                <a:ea typeface="Arial"/>
                <a:cs typeface="Arial"/>
              </a:defRPr>
            </a:lvl8pPr>
            <a:lvl9pPr>
              <a:buNone/>
              <a:defRPr sz="2250" b="0">
                <a:solidFill>
                  <a:srgbClr val="182431"/>
                </a:solidFill>
                <a:latin typeface="Arial"/>
                <a:ea typeface="Arial"/>
                <a:cs typeface="Arial"/>
              </a:defRPr>
            </a:lvl9pPr>
          </a:lstStyle>
          <a:p xmlns:a="http://schemas.openxmlformats.org/drawingml/2006/main">
            <a:pPr>
              <a:buNone/>
              <a:defRPr sz="2250" b="0">
                <a:solidFill>
                  <a:srgbClr val="182431"/>
                </a:solidFill>
                <a:latin typeface="Arial"/>
                <a:ea typeface="Arial"/>
                <a:cs typeface="Arial"/>
              </a:defRPr>
            </a:pPr>
            <a:r>
              <a:rPr sz="2250" b="0">
                <a:solidFill>
                  <a:srgbClr val="182431"/>
                </a:solidFill>
                <a:latin typeface="Arial"/>
                <a:ea typeface="Arial"/>
                <a:cs typeface="Arial"/>
              </a:rPr>
              <a:t>Password hashing uses unsalted SHA-256.</a:t>
            </a:r>
          </a:p>
        </p:txBody>
      </p:sp>
      <p:sp>
        <p:nvSpPr>
          <p:cNvPr id="4" name="">
            <a:extLst xmlns:a="http://schemas.openxmlformats.org/drawingml/2006/main">
              <a:ext uri="{FF2B5EF4-FFF2-40B4-BE49-F238E27FC236}">
                <a16:creationId xmlns:a16="http://schemas.microsoft.com/office/drawing/2014/main" id="{52D99BBB-17B8-4FB3-95F0-AEEB315FD529}"/>
              </a:ext>
            </a:extLst>
          </p:cNvPr>
          <p:cNvSpPr>
            <a:spLocks xmlns:a="http://schemas.openxmlformats.org/drawingml/2006/main" noGrp="1"/>
          </p:cNvSpPr>
          <p:nvPr/>
        </p:nvSpPr>
        <p:spPr>
          <a:xfrm xmlns:a="http://schemas.openxmlformats.org/drawingml/2006/main">
            <a:off x="685800" y="337185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82431"/>
                </a:solidFill>
                <a:latin typeface="Arial"/>
                <a:ea typeface="Arial"/>
                <a:cs typeface="Arial"/>
              </a:defRPr>
            </a:defPPr>
            <a:lvl1pPr>
              <a:buNone/>
              <a:defRPr sz="2250" b="0">
                <a:solidFill>
                  <a:srgbClr val="182431"/>
                </a:solidFill>
                <a:latin typeface="Arial"/>
                <a:ea typeface="Arial"/>
                <a:cs typeface="Arial"/>
              </a:defRPr>
            </a:lvl1pPr>
            <a:lvl2pPr>
              <a:buNone/>
              <a:defRPr sz="2250" b="0">
                <a:solidFill>
                  <a:srgbClr val="182431"/>
                </a:solidFill>
                <a:latin typeface="Arial"/>
                <a:ea typeface="Arial"/>
                <a:cs typeface="Arial"/>
              </a:defRPr>
            </a:lvl2pPr>
            <a:lvl3pPr>
              <a:buNone/>
              <a:defRPr sz="2250" b="0">
                <a:solidFill>
                  <a:srgbClr val="182431"/>
                </a:solidFill>
                <a:latin typeface="Arial"/>
                <a:ea typeface="Arial"/>
                <a:cs typeface="Arial"/>
              </a:defRPr>
            </a:lvl3pPr>
            <a:lvl4pPr>
              <a:buNone/>
              <a:defRPr sz="2250" b="0">
                <a:solidFill>
                  <a:srgbClr val="182431"/>
                </a:solidFill>
                <a:latin typeface="Arial"/>
                <a:ea typeface="Arial"/>
                <a:cs typeface="Arial"/>
              </a:defRPr>
            </a:lvl4pPr>
            <a:lvl5pPr>
              <a:buNone/>
              <a:defRPr sz="2250" b="0">
                <a:solidFill>
                  <a:srgbClr val="182431"/>
                </a:solidFill>
                <a:latin typeface="Arial"/>
                <a:ea typeface="Arial"/>
                <a:cs typeface="Arial"/>
              </a:defRPr>
            </a:lvl5pPr>
            <a:lvl6pPr>
              <a:buNone/>
              <a:defRPr sz="2250" b="0">
                <a:solidFill>
                  <a:srgbClr val="182431"/>
                </a:solidFill>
                <a:latin typeface="Arial"/>
                <a:ea typeface="Arial"/>
                <a:cs typeface="Arial"/>
              </a:defRPr>
            </a:lvl6pPr>
            <a:lvl7pPr>
              <a:buNone/>
              <a:defRPr sz="2250" b="0">
                <a:solidFill>
                  <a:srgbClr val="182431"/>
                </a:solidFill>
                <a:latin typeface="Arial"/>
                <a:ea typeface="Arial"/>
                <a:cs typeface="Arial"/>
              </a:defRPr>
            </a:lvl7pPr>
            <a:lvl8pPr>
              <a:buNone/>
              <a:defRPr sz="2250" b="0">
                <a:solidFill>
                  <a:srgbClr val="182431"/>
                </a:solidFill>
                <a:latin typeface="Arial"/>
                <a:ea typeface="Arial"/>
                <a:cs typeface="Arial"/>
              </a:defRPr>
            </a:lvl8pPr>
            <a:lvl9pPr>
              <a:buNone/>
              <a:defRPr sz="2250" b="0">
                <a:solidFill>
                  <a:srgbClr val="182431"/>
                </a:solidFill>
                <a:latin typeface="Arial"/>
                <a:ea typeface="Arial"/>
                <a:cs typeface="Arial"/>
              </a:defRPr>
            </a:lvl9pPr>
          </a:lstStyle>
          <a:p xmlns:a="http://schemas.openxmlformats.org/drawingml/2006/main">
            <a:pPr>
              <a:buNone/>
              <a:defRPr sz="2250" b="0">
                <a:solidFill>
                  <a:srgbClr val="182431"/>
                </a:solidFill>
                <a:latin typeface="Arial"/>
                <a:ea typeface="Arial"/>
                <a:cs typeface="Arial"/>
              </a:defRPr>
            </a:pPr>
            <a:r>
              <a:rPr sz="2250" b="0">
                <a:solidFill>
                  <a:srgbClr val="182431"/>
                </a:solidFill>
                <a:latin typeface="Arial"/>
                <a:ea typeface="Arial"/>
                <a:cs typeface="Arial"/>
              </a:rPr>
              <a:t>Swing layouts are fixed and JDBC runs on the UI thread.</a:t>
            </a:r>
          </a:p>
        </p:txBody>
      </p:sp>
      <p:sp>
        <p:nvSpPr>
          <p:cNvPr id="5" name="">
            <a:extLst xmlns:a="http://schemas.openxmlformats.org/drawingml/2006/main">
              <a:ext uri="{FF2B5EF4-FFF2-40B4-BE49-F238E27FC236}">
                <a16:creationId xmlns:a16="http://schemas.microsoft.com/office/drawing/2014/main" id="{E2E64BD6-E25B-4410-BA07-4EB820B7C226}"/>
              </a:ext>
            </a:extLst>
          </p:cNvPr>
          <p:cNvSpPr>
            <a:spLocks xmlns:a="http://schemas.openxmlformats.org/drawingml/2006/main" noGrp="1"/>
          </p:cNvSpPr>
          <p:nvPr/>
        </p:nvSpPr>
        <p:spPr>
          <a:xfrm xmlns:a="http://schemas.openxmlformats.org/drawingml/2006/main">
            <a:off x="685800" y="4238625"/>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82431"/>
                </a:solidFill>
                <a:latin typeface="Arial"/>
                <a:ea typeface="Arial"/>
                <a:cs typeface="Arial"/>
              </a:defRPr>
            </a:defPPr>
            <a:lvl1pPr>
              <a:buNone/>
              <a:defRPr sz="2250" b="0">
                <a:solidFill>
                  <a:srgbClr val="182431"/>
                </a:solidFill>
                <a:latin typeface="Arial"/>
                <a:ea typeface="Arial"/>
                <a:cs typeface="Arial"/>
              </a:defRPr>
            </a:lvl1pPr>
            <a:lvl2pPr>
              <a:buNone/>
              <a:defRPr sz="2250" b="0">
                <a:solidFill>
                  <a:srgbClr val="182431"/>
                </a:solidFill>
                <a:latin typeface="Arial"/>
                <a:ea typeface="Arial"/>
                <a:cs typeface="Arial"/>
              </a:defRPr>
            </a:lvl2pPr>
            <a:lvl3pPr>
              <a:buNone/>
              <a:defRPr sz="2250" b="0">
                <a:solidFill>
                  <a:srgbClr val="182431"/>
                </a:solidFill>
                <a:latin typeface="Arial"/>
                <a:ea typeface="Arial"/>
                <a:cs typeface="Arial"/>
              </a:defRPr>
            </a:lvl3pPr>
            <a:lvl4pPr>
              <a:buNone/>
              <a:defRPr sz="2250" b="0">
                <a:solidFill>
                  <a:srgbClr val="182431"/>
                </a:solidFill>
                <a:latin typeface="Arial"/>
                <a:ea typeface="Arial"/>
                <a:cs typeface="Arial"/>
              </a:defRPr>
            </a:lvl4pPr>
            <a:lvl5pPr>
              <a:buNone/>
              <a:defRPr sz="2250" b="0">
                <a:solidFill>
                  <a:srgbClr val="182431"/>
                </a:solidFill>
                <a:latin typeface="Arial"/>
                <a:ea typeface="Arial"/>
                <a:cs typeface="Arial"/>
              </a:defRPr>
            </a:lvl5pPr>
            <a:lvl6pPr>
              <a:buNone/>
              <a:defRPr sz="2250" b="0">
                <a:solidFill>
                  <a:srgbClr val="182431"/>
                </a:solidFill>
                <a:latin typeface="Arial"/>
                <a:ea typeface="Arial"/>
                <a:cs typeface="Arial"/>
              </a:defRPr>
            </a:lvl6pPr>
            <a:lvl7pPr>
              <a:buNone/>
              <a:defRPr sz="2250" b="0">
                <a:solidFill>
                  <a:srgbClr val="182431"/>
                </a:solidFill>
                <a:latin typeface="Arial"/>
                <a:ea typeface="Arial"/>
                <a:cs typeface="Arial"/>
              </a:defRPr>
            </a:lvl7pPr>
            <a:lvl8pPr>
              <a:buNone/>
              <a:defRPr sz="2250" b="0">
                <a:solidFill>
                  <a:srgbClr val="182431"/>
                </a:solidFill>
                <a:latin typeface="Arial"/>
                <a:ea typeface="Arial"/>
                <a:cs typeface="Arial"/>
              </a:defRPr>
            </a:lvl8pPr>
            <a:lvl9pPr>
              <a:buNone/>
              <a:defRPr sz="2250" b="0">
                <a:solidFill>
                  <a:srgbClr val="182431"/>
                </a:solidFill>
                <a:latin typeface="Arial"/>
                <a:ea typeface="Arial"/>
                <a:cs typeface="Arial"/>
              </a:defRPr>
            </a:lvl9pPr>
          </a:lstStyle>
          <a:p xmlns:a="http://schemas.openxmlformats.org/drawingml/2006/main">
            <a:pPr>
              <a:buNone/>
              <a:defRPr sz="2250" b="0">
                <a:solidFill>
                  <a:srgbClr val="182431"/>
                </a:solidFill>
                <a:latin typeface="Arial"/>
                <a:ea typeface="Arial"/>
                <a:cs typeface="Arial"/>
              </a:defRPr>
            </a:pPr>
            <a:r>
              <a:rPr sz="2250" b="0">
                <a:solidFill>
                  <a:srgbClr val="182431"/>
                </a:solidFill>
                <a:latin typeface="Arial"/>
                <a:ea typeface="Arial"/>
                <a:cs typeface="Arial"/>
              </a:rPr>
              <a:t>Future work: stronger password storage and responsive UI.</a:t>
            </a:r>
          </a:p>
        </p:txBody>
      </p:sp>
    </p:spTree>
    <p:extLst>
      <p:ext uri="{BB962C8B-B14F-4D97-AF65-F5344CB8AC3E}">
        <p14:creationId xmlns:p14="http://schemas.microsoft.com/office/powerpoint/2010/main" val="171934184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2026-10-17T07:48:29.4670000Z</dcterms:created>
  <dcterms:modified xsi:type="dcterms:W3CDTF">2026-10-17T07:48:29.4670000Z</dcterms:modified>
</coreProperties>
</file>